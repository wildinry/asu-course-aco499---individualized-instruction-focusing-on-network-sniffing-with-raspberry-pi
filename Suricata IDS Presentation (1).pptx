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5143500" cx="9144000"/>
  <p:notesSz cx="6858000" cy="9144000"/>
  <p:embeddedFontLst>
    <p:embeddedFont>
      <p:font typeface="Fjalla One"/>
      <p:regular r:id="rId33"/>
    </p:embeddedFont>
    <p:embeddedFont>
      <p:font typeface="Barlow Semi Condensed Medium"/>
      <p:regular r:id="rId34"/>
      <p:bold r:id="rId35"/>
      <p:italic r:id="rId36"/>
      <p:boldItalic r:id="rId37"/>
    </p:embeddedFont>
    <p:embeddedFont>
      <p:font typeface="Barlow Semi Condense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Condensed-italic.fntdata"/><Relationship Id="rId20" Type="http://schemas.openxmlformats.org/officeDocument/2006/relationships/slide" Target="slides/slide16.xml"/><Relationship Id="rId41" Type="http://schemas.openxmlformats.org/officeDocument/2006/relationships/font" Target="fonts/BarlowSemiCondensed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FjallaOne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BarlowSemiCondensedMedium-bold.fntdata"/><Relationship Id="rId12" Type="http://schemas.openxmlformats.org/officeDocument/2006/relationships/slide" Target="slides/slide8.xml"/><Relationship Id="rId34" Type="http://schemas.openxmlformats.org/officeDocument/2006/relationships/font" Target="fonts/BarlowSemiCondensedMedium-regular.fntdata"/><Relationship Id="rId15" Type="http://schemas.openxmlformats.org/officeDocument/2006/relationships/slide" Target="slides/slide11.xml"/><Relationship Id="rId37" Type="http://schemas.openxmlformats.org/officeDocument/2006/relationships/font" Target="fonts/BarlowSemiCondensedMedium-boldItalic.fntdata"/><Relationship Id="rId14" Type="http://schemas.openxmlformats.org/officeDocument/2006/relationships/slide" Target="slides/slide10.xml"/><Relationship Id="rId36" Type="http://schemas.openxmlformats.org/officeDocument/2006/relationships/font" Target="fonts/BarlowSemiCondensedMedium-italic.fntdata"/><Relationship Id="rId17" Type="http://schemas.openxmlformats.org/officeDocument/2006/relationships/slide" Target="slides/slide13.xml"/><Relationship Id="rId39" Type="http://schemas.openxmlformats.org/officeDocument/2006/relationships/font" Target="fonts/BarlowSemiCondensed-bold.fntdata"/><Relationship Id="rId16" Type="http://schemas.openxmlformats.org/officeDocument/2006/relationships/slide" Target="slides/slide12.xml"/><Relationship Id="rId38" Type="http://schemas.openxmlformats.org/officeDocument/2006/relationships/font" Target="fonts/BarlowSemiCondensed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8714a43093_3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8714a43093_3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g804e9800b4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0" name="Google Shape;1890;g804e9800b4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804e9800b4_0_1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" name="Google Shape;1909;g804e9800b4_0_1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3952d95fb6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3952d95fb6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881d70bc06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881d70bc06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g3952d95fb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0" name="Google Shape;1960;g3952d95fb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4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g3952d95fb6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6" name="Google Shape;1966;g3952d95fb6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3952d95fb6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3952d95fb6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3952d95fb6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3952d95fb6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g8714a43093_1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6" name="Google Shape;1986;g8714a43093_1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3952d95fb6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3952d95fb6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g3952d95fb6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3" name="Google Shape;2033;g3952d95fb6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3952d95fb6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3952d95fb6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g3952d95fb69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8" name="Google Shape;2048;g3952d95fb69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g3952d95fb69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8" name="Google Shape;2058;g3952d95fb6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g3952d95fb6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5" name="Google Shape;2065;g3952d95fb6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g3952d95fb6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3" name="Google Shape;2073;g3952d95fb6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g3952d95fb69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9" name="Google Shape;2079;g3952d95fb69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g3952d95fb6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5" name="Google Shape;2085;g3952d95fb6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g3952d95fb6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3" name="Google Shape;2093;g3952d95fb6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g39533d8aa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9" name="Google Shape;2099;g39533d8aa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39533d8aad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7" name="Google Shape;2137;g39533d8aad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39533d8aad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39533d8aad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39533d8aad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39533d8aad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39533d8aad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39533d8aad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8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g3b257123a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0" name="Google Shape;2170;g3b257123a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g8714a43093_3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5" name="Google Shape;2175;g8714a43093_3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4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7" name="Google Shape;177;p5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8" name="Google Shape;178;p5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0" name="Google Shape;180;p5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1" name="Google Shape;181;p5"/>
          <p:cNvSpPr txBox="1"/>
          <p:nvPr>
            <p:ph hasCustomPrompt="1"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/>
          <p:nvPr>
            <p:ph hasCustomPrompt="1"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05" name="Google Shape;305;p7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8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8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9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9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503" name="Google Shape;503;p10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10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0" name="Google Shape;550;p11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11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5" name="Google Shape;555;p11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11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11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13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6" name="Google Shape;626;p13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7" name="Google Shape;627;p13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28" name="Google Shape;628;p13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29" name="Google Shape;629;p13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0" name="Google Shape;630;p13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1" name="Google Shape;631;p13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32" name="Google Shape;632;p13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33" name="Google Shape;633;p13"/>
          <p:cNvSpPr txBox="1"/>
          <p:nvPr>
            <p:ph hasCustomPrompt="1"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/>
          <p:nvPr>
            <p:ph hasCustomPrompt="1"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/>
          <p:nvPr>
            <p:ph hasCustomPrompt="1"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/>
          <p:nvPr>
            <p:ph hasCustomPrompt="1"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14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0" name="Google Shape;640;p14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1" name="Google Shape;641;p14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42" name="Google Shape;642;p14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3" name="Google Shape;643;p14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44" name="Google Shape;644;p14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7" name="Google Shape;667;p15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68" name="Google Shape;668;p15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69" name="Google Shape;669;p15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0" name="Google Shape;670;p15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1" name="Google Shape;671;p15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2" name="Google Shape;672;p15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673" name="Google Shape;673;p15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674" name="Google Shape;674;p15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5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3" name="Google Shape;713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4" name="Google Shape;714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5" name="Google Shape;755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6" name="Google Shape;756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57" name="Google Shape;757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58" name="Google Shape;758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59" name="Google Shape;759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2" name="Google Shape;762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5" name="Google Shape;765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6" name="Google Shape;766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7" name="Google Shape;767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68" name="Google Shape;768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69" name="Google Shape;769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0" name="Google Shape;770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1" name="Google Shape;771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72" name="Google Shape;772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3" name="Google Shape;773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5" name="Google Shape;775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2" name="Google Shape;842;p18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1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913" name="Google Shape;913;p19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1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9" name="Google Shape;919;p1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1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/>
          <p:nvPr>
            <p:ph hasCustomPrompt="1"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88" name="Google Shape;988;p20"/>
          <p:cNvSpPr txBox="1"/>
          <p:nvPr>
            <p:ph hasCustomPrompt="1"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90" name="Google Shape;990;p20"/>
          <p:cNvSpPr txBox="1"/>
          <p:nvPr>
            <p:ph hasCustomPrompt="1"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96" name="Google Shape;996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4" name="Google Shape;1084;p21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5" name="Google Shape;1085;p21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6" name="Google Shape;1086;p21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7" name="Google Shape;1087;p21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088" name="Google Shape;1088;p21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089" name="Google Shape;1089;p21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22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093" name="Google Shape;1093;p2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3" name="Google Shape;1133;p22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4" name="Google Shape;1134;p22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5" name="Google Shape;1135;p22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1136" name="Google Shape;1136;p22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7" name="Google Shape;1137;p22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38" name="Google Shape;1138;p22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1" name="Google Shape;1141;p2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3" name="Google Shape;1143;p2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24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25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25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26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8" name="Google Shape;1328;p27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1" name="Google Shape;1331;p27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1" name="Google Shape;1361;p27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31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18" name="Google Shape;1618;p31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1" name="Google Shape;1621;p32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622" name="Google Shape;1622;p32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6" name="Google Shape;1686;p33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87" name="Google Shape;1687;p33"/>
            <p:cNvSpPr/>
            <p:nvPr/>
          </p:nvSpPr>
          <p:spPr>
            <a:xfrm>
              <a:off x="830950" y="238200"/>
              <a:ext cx="6001825" cy="5109175"/>
            </a:xfrm>
            <a:custGeom>
              <a:rect b="b" l="l" r="r" t="t"/>
              <a:pathLst>
                <a:path extrusionOk="0" h="204367" w="240073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3"/>
            <p:cNvSpPr/>
            <p:nvPr/>
          </p:nvSpPr>
          <p:spPr>
            <a:xfrm>
              <a:off x="1009000" y="238125"/>
              <a:ext cx="5764775" cy="5102425"/>
            </a:xfrm>
            <a:custGeom>
              <a:rect b="b" l="l" r="r" t="t"/>
              <a:pathLst>
                <a:path extrusionOk="0" h="204097" w="230591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3"/>
            <p:cNvSpPr/>
            <p:nvPr/>
          </p:nvSpPr>
          <p:spPr>
            <a:xfrm>
              <a:off x="6155150" y="3211050"/>
              <a:ext cx="888225" cy="2247525"/>
            </a:xfrm>
            <a:custGeom>
              <a:rect b="b" l="l" r="r" t="t"/>
              <a:pathLst>
                <a:path extrusionOk="0" h="89901" w="35529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3"/>
            <p:cNvSpPr/>
            <p:nvPr/>
          </p:nvSpPr>
          <p:spPr>
            <a:xfrm>
              <a:off x="2992975" y="2455100"/>
              <a:ext cx="2658575" cy="3012625"/>
            </a:xfrm>
            <a:custGeom>
              <a:rect b="b" l="l" r="r" t="t"/>
              <a:pathLst>
                <a:path extrusionOk="0" h="120505" w="106343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3"/>
            <p:cNvSpPr/>
            <p:nvPr/>
          </p:nvSpPr>
          <p:spPr>
            <a:xfrm>
              <a:off x="2992975" y="2709450"/>
              <a:ext cx="2434725" cy="2758275"/>
            </a:xfrm>
            <a:custGeom>
              <a:rect b="b" l="l" r="r" t="t"/>
              <a:pathLst>
                <a:path extrusionOk="0" h="110331" w="97389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3"/>
            <p:cNvSpPr/>
            <p:nvPr/>
          </p:nvSpPr>
          <p:spPr>
            <a:xfrm>
              <a:off x="5418525" y="2464250"/>
              <a:ext cx="224875" cy="2994325"/>
            </a:xfrm>
            <a:custGeom>
              <a:rect b="b" l="l" r="r" t="t"/>
              <a:pathLst>
                <a:path extrusionOk="0" h="119773" w="8995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3"/>
            <p:cNvSpPr/>
            <p:nvPr/>
          </p:nvSpPr>
          <p:spPr>
            <a:xfrm>
              <a:off x="55335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3"/>
            <p:cNvSpPr/>
            <p:nvPr/>
          </p:nvSpPr>
          <p:spPr>
            <a:xfrm>
              <a:off x="5525350" y="4898950"/>
              <a:ext cx="126200" cy="568775"/>
            </a:xfrm>
            <a:custGeom>
              <a:rect b="b" l="l" r="r" t="t"/>
              <a:pathLst>
                <a:path extrusionOk="0" h="22751" w="5048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3"/>
            <p:cNvSpPr/>
            <p:nvPr/>
          </p:nvSpPr>
          <p:spPr>
            <a:xfrm>
              <a:off x="5643375" y="4524550"/>
              <a:ext cx="474150" cy="934025"/>
            </a:xfrm>
            <a:custGeom>
              <a:rect b="b" l="l" r="r" t="t"/>
              <a:pathLst>
                <a:path extrusionOk="0" h="37361" w="18966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3"/>
            <p:cNvSpPr/>
            <p:nvPr/>
          </p:nvSpPr>
          <p:spPr>
            <a:xfrm>
              <a:off x="56342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3"/>
            <p:cNvSpPr/>
            <p:nvPr/>
          </p:nvSpPr>
          <p:spPr>
            <a:xfrm>
              <a:off x="1820900" y="4907100"/>
              <a:ext cx="109900" cy="551475"/>
            </a:xfrm>
            <a:custGeom>
              <a:rect b="b" l="l" r="r" t="t"/>
              <a:pathLst>
                <a:path extrusionOk="0" h="22059" w="4396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3"/>
            <p:cNvSpPr/>
            <p:nvPr/>
          </p:nvSpPr>
          <p:spPr>
            <a:xfrm>
              <a:off x="1812775" y="4898950"/>
              <a:ext cx="126175" cy="568775"/>
            </a:xfrm>
            <a:custGeom>
              <a:rect b="b" l="l" r="r" t="t"/>
              <a:pathLst>
                <a:path extrusionOk="0" h="22751" w="5047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3"/>
            <p:cNvSpPr/>
            <p:nvPr/>
          </p:nvSpPr>
          <p:spPr>
            <a:xfrm>
              <a:off x="1930800" y="4524550"/>
              <a:ext cx="474125" cy="934025"/>
            </a:xfrm>
            <a:custGeom>
              <a:rect b="b" l="l" r="r" t="t"/>
              <a:pathLst>
                <a:path extrusionOk="0" h="37361" w="18965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3"/>
            <p:cNvSpPr/>
            <p:nvPr/>
          </p:nvSpPr>
          <p:spPr>
            <a:xfrm>
              <a:off x="1921625" y="4516325"/>
              <a:ext cx="491450" cy="951400"/>
            </a:xfrm>
            <a:custGeom>
              <a:rect b="b" l="l" r="r" t="t"/>
              <a:pathLst>
                <a:path extrusionOk="0" h="38056" w="19658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33"/>
            <p:cNvSpPr/>
            <p:nvPr/>
          </p:nvSpPr>
          <p:spPr>
            <a:xfrm>
              <a:off x="1398675" y="4437050"/>
              <a:ext cx="5067825" cy="567750"/>
            </a:xfrm>
            <a:custGeom>
              <a:rect b="b" l="l" r="r" t="t"/>
              <a:pathLst>
                <a:path extrusionOk="0" h="22710" w="202713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33"/>
            <p:cNvSpPr/>
            <p:nvPr/>
          </p:nvSpPr>
          <p:spPr>
            <a:xfrm>
              <a:off x="1390525" y="4428500"/>
              <a:ext cx="5084125" cy="584450"/>
            </a:xfrm>
            <a:custGeom>
              <a:rect b="b" l="l" r="r" t="t"/>
              <a:pathLst>
                <a:path extrusionOk="0" h="23378" w="203365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33"/>
            <p:cNvSpPr/>
            <p:nvPr/>
          </p:nvSpPr>
          <p:spPr>
            <a:xfrm>
              <a:off x="1400700" y="4437050"/>
              <a:ext cx="5065800" cy="531125"/>
            </a:xfrm>
            <a:custGeom>
              <a:rect b="b" l="l" r="r" t="t"/>
              <a:pathLst>
                <a:path extrusionOk="0" h="21245" w="202632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33"/>
            <p:cNvSpPr/>
            <p:nvPr/>
          </p:nvSpPr>
          <p:spPr>
            <a:xfrm>
              <a:off x="1391550" y="4427900"/>
              <a:ext cx="5084100" cy="549425"/>
            </a:xfrm>
            <a:custGeom>
              <a:rect b="b" l="l" r="r" t="t"/>
              <a:pathLst>
                <a:path extrusionOk="0" h="21977" w="203364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5056325" y="4664950"/>
              <a:ext cx="755975" cy="213700"/>
            </a:xfrm>
            <a:custGeom>
              <a:rect b="b" l="l" r="r" t="t"/>
              <a:pathLst>
                <a:path extrusionOk="0" h="8548" w="30239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5047175" y="4656825"/>
              <a:ext cx="774275" cy="230975"/>
            </a:xfrm>
            <a:custGeom>
              <a:rect b="b" l="l" r="r" t="t"/>
              <a:pathLst>
                <a:path extrusionOk="0" h="9239" w="30971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5774625" y="4437050"/>
              <a:ext cx="691875" cy="567750"/>
            </a:xfrm>
            <a:custGeom>
              <a:rect b="b" l="l" r="r" t="t"/>
              <a:pathLst>
                <a:path extrusionOk="0" h="22710" w="27675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5766475" y="4428250"/>
              <a:ext cx="708175" cy="584775"/>
            </a:xfrm>
            <a:custGeom>
              <a:rect b="b" l="l" r="r" t="t"/>
              <a:pathLst>
                <a:path extrusionOk="0" h="23391" w="28327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5189600" y="4452300"/>
              <a:ext cx="914700" cy="283675"/>
            </a:xfrm>
            <a:custGeom>
              <a:rect b="b" l="l" r="r" t="t"/>
              <a:pathLst>
                <a:path extrusionOk="0" h="11347" w="36588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5292375" y="4676900"/>
              <a:ext cx="262500" cy="176300"/>
            </a:xfrm>
            <a:custGeom>
              <a:rect b="b" l="l" r="r" t="t"/>
              <a:pathLst>
                <a:path extrusionOk="0" h="7052" w="1050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5442950" y="4707275"/>
              <a:ext cx="72250" cy="119475"/>
            </a:xfrm>
            <a:custGeom>
              <a:rect b="b" l="l" r="r" t="t"/>
              <a:pathLst>
                <a:path extrusionOk="0" h="4779" w="289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3283975" y="4592725"/>
              <a:ext cx="2022650" cy="316425"/>
            </a:xfrm>
            <a:custGeom>
              <a:rect b="b" l="l" r="r" t="t"/>
              <a:pathLst>
                <a:path extrusionOk="0" h="12657" w="80906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3274800" y="4584575"/>
              <a:ext cx="2041000" cy="332725"/>
            </a:xfrm>
            <a:custGeom>
              <a:rect b="b" l="l" r="r" t="t"/>
              <a:pathLst>
                <a:path extrusionOk="0" h="13309" w="8164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4902700" y="4584475"/>
              <a:ext cx="413100" cy="352825"/>
            </a:xfrm>
            <a:custGeom>
              <a:rect b="b" l="l" r="r" t="t"/>
              <a:pathLst>
                <a:path extrusionOk="0" h="14113" w="16524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3283975" y="4909125"/>
              <a:ext cx="1626875" cy="19375"/>
            </a:xfrm>
            <a:custGeom>
              <a:rect b="b" l="l" r="r" t="t"/>
              <a:pathLst>
                <a:path extrusionOk="0" h="775" w="650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3274800" y="4899975"/>
              <a:ext cx="1645225" cy="37675"/>
            </a:xfrm>
            <a:custGeom>
              <a:rect b="b" l="l" r="r" t="t"/>
              <a:pathLst>
                <a:path extrusionOk="0" h="1507" w="65809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37530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38608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36451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36980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38578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37499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39676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450487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39646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40755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47195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47724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46127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43980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418235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42902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43950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45577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43421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41274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44499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40724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3804900" y="4721925"/>
              <a:ext cx="178050" cy="59050"/>
            </a:xfrm>
            <a:custGeom>
              <a:rect b="b" l="l" r="r" t="t"/>
              <a:pathLst>
                <a:path extrusionOk="0" h="2362" w="712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402057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39127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423525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42871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482435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41803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460967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47175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4664625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4501825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42383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43451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41304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445300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40226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3915800" y="4806375"/>
              <a:ext cx="178050" cy="59025"/>
            </a:xfrm>
            <a:custGeom>
              <a:rect b="b" l="l" r="r" t="t"/>
              <a:pathLst>
                <a:path extrusionOk="0" h="2361" w="7122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45598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3700100" y="4806375"/>
              <a:ext cx="179075" cy="59025"/>
            </a:xfrm>
            <a:custGeom>
              <a:rect b="b" l="l" r="r" t="t"/>
              <a:pathLst>
                <a:path extrusionOk="0" h="2361" w="716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3807950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4879300" y="4721925"/>
              <a:ext cx="179075" cy="59050"/>
            </a:xfrm>
            <a:custGeom>
              <a:rect b="b" l="l" r="r" t="t"/>
              <a:pathLst>
                <a:path extrusionOk="0" h="2362" w="7163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49840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4932200" y="467920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35932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466767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33"/>
            <p:cNvSpPr/>
            <p:nvPr/>
          </p:nvSpPr>
          <p:spPr>
            <a:xfrm>
              <a:off x="47755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33"/>
            <p:cNvSpPr/>
            <p:nvPr/>
          </p:nvSpPr>
          <p:spPr>
            <a:xfrm>
              <a:off x="4827400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33"/>
            <p:cNvSpPr/>
            <p:nvPr/>
          </p:nvSpPr>
          <p:spPr>
            <a:xfrm>
              <a:off x="3590200" y="472192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43400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44468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42322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45547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47694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33"/>
            <p:cNvSpPr/>
            <p:nvPr/>
          </p:nvSpPr>
          <p:spPr>
            <a:xfrm>
              <a:off x="46615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33"/>
            <p:cNvSpPr/>
            <p:nvPr/>
          </p:nvSpPr>
          <p:spPr>
            <a:xfrm>
              <a:off x="41243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3538325" y="4763650"/>
              <a:ext cx="178075" cy="60050"/>
            </a:xfrm>
            <a:custGeom>
              <a:rect b="b" l="l" r="r" t="t"/>
              <a:pathLst>
                <a:path extrusionOk="0" h="2402" w="7123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3642100" y="4679200"/>
              <a:ext cx="179100" cy="60050"/>
            </a:xfrm>
            <a:custGeom>
              <a:rect b="b" l="l" r="r" t="t"/>
              <a:pathLst>
                <a:path extrusionOk="0" h="2402" w="7164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487725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3485425" y="4806375"/>
              <a:ext cx="178075" cy="59025"/>
            </a:xfrm>
            <a:custGeom>
              <a:rect b="b" l="l" r="r" t="t"/>
              <a:pathLst>
                <a:path extrusionOk="0" h="2361" w="7123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33"/>
            <p:cNvSpPr/>
            <p:nvPr/>
          </p:nvSpPr>
          <p:spPr>
            <a:xfrm>
              <a:off x="3695000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33"/>
            <p:cNvSpPr/>
            <p:nvPr/>
          </p:nvSpPr>
          <p:spPr>
            <a:xfrm>
              <a:off x="390967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3801825" y="4637475"/>
              <a:ext cx="179100" cy="59050"/>
            </a:xfrm>
            <a:custGeom>
              <a:rect b="b" l="l" r="r" t="t"/>
              <a:pathLst>
                <a:path extrusionOk="0" h="2362" w="7164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4017525" y="4637475"/>
              <a:ext cx="178075" cy="59050"/>
            </a:xfrm>
            <a:custGeom>
              <a:rect b="b" l="l" r="r" t="t"/>
              <a:pathLst>
                <a:path extrusionOk="0" h="2362" w="7123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479180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4786700" y="4470625"/>
              <a:ext cx="667450" cy="89550"/>
            </a:xfrm>
            <a:custGeom>
              <a:rect b="b" l="l" r="r" t="t"/>
              <a:pathLst>
                <a:path extrusionOk="0" h="3582" w="26698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509702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33"/>
            <p:cNvSpPr/>
            <p:nvPr/>
          </p:nvSpPr>
          <p:spPr>
            <a:xfrm>
              <a:off x="5088875" y="4119600"/>
              <a:ext cx="120075" cy="410050"/>
            </a:xfrm>
            <a:custGeom>
              <a:rect b="b" l="l" r="r" t="t"/>
              <a:pathLst>
                <a:path extrusionOk="0" h="16402" w="4803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33"/>
            <p:cNvSpPr/>
            <p:nvPr/>
          </p:nvSpPr>
          <p:spPr>
            <a:xfrm>
              <a:off x="5080750" y="4128775"/>
              <a:ext cx="135325" cy="284900"/>
            </a:xfrm>
            <a:custGeom>
              <a:rect b="b" l="l" r="r" t="t"/>
              <a:pathLst>
                <a:path extrusionOk="0" h="11396" w="5413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507260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431970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4310550" y="2813225"/>
              <a:ext cx="1724550" cy="1352200"/>
            </a:xfrm>
            <a:custGeom>
              <a:rect b="b" l="l" r="r" t="t"/>
              <a:pathLst>
                <a:path extrusionOk="0" h="54088" w="68982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4410250" y="2892600"/>
              <a:ext cx="1525150" cy="1193450"/>
            </a:xfrm>
            <a:custGeom>
              <a:rect b="b" l="l" r="r" t="t"/>
              <a:pathLst>
                <a:path extrusionOk="0" h="47738" w="61006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3"/>
            <p:cNvSpPr/>
            <p:nvPr/>
          </p:nvSpPr>
          <p:spPr>
            <a:xfrm>
              <a:off x="440212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3"/>
            <p:cNvSpPr/>
            <p:nvPr/>
          </p:nvSpPr>
          <p:spPr>
            <a:xfrm>
              <a:off x="4506925" y="2953625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4506925" y="3313800"/>
              <a:ext cx="534150" cy="334775"/>
            </a:xfrm>
            <a:custGeom>
              <a:rect b="b" l="l" r="r" t="t"/>
              <a:pathLst>
                <a:path extrusionOk="0" h="13391" w="21366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4506925" y="3681100"/>
              <a:ext cx="534150" cy="335775"/>
            </a:xfrm>
            <a:custGeom>
              <a:rect b="b" l="l" r="r" t="t"/>
              <a:pathLst>
                <a:path extrusionOk="0" h="13431" w="21366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5110250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5110250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3"/>
            <p:cNvSpPr/>
            <p:nvPr/>
          </p:nvSpPr>
          <p:spPr>
            <a:xfrm>
              <a:off x="3941225" y="2531400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3"/>
            <p:cNvSpPr/>
            <p:nvPr/>
          </p:nvSpPr>
          <p:spPr>
            <a:xfrm>
              <a:off x="3936125" y="2523250"/>
              <a:ext cx="668475" cy="89575"/>
            </a:xfrm>
            <a:custGeom>
              <a:rect b="b" l="l" r="r" t="t"/>
              <a:pathLst>
                <a:path extrusionOk="0" h="3583" w="26739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3"/>
            <p:cNvSpPr/>
            <p:nvPr/>
          </p:nvSpPr>
          <p:spPr>
            <a:xfrm>
              <a:off x="4246450" y="2181400"/>
              <a:ext cx="103800" cy="392750"/>
            </a:xfrm>
            <a:custGeom>
              <a:rect b="b" l="l" r="r" t="t"/>
              <a:pathLst>
                <a:path extrusionOk="0" h="15710" w="4152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3"/>
            <p:cNvSpPr/>
            <p:nvPr/>
          </p:nvSpPr>
          <p:spPr>
            <a:xfrm>
              <a:off x="4238300" y="217225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3"/>
            <p:cNvSpPr/>
            <p:nvPr/>
          </p:nvSpPr>
          <p:spPr>
            <a:xfrm>
              <a:off x="4230175" y="2181400"/>
              <a:ext cx="136350" cy="284900"/>
            </a:xfrm>
            <a:custGeom>
              <a:rect b="b" l="l" r="r" t="t"/>
              <a:pathLst>
                <a:path extrusionOk="0" h="11396" w="5454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3"/>
            <p:cNvSpPr/>
            <p:nvPr/>
          </p:nvSpPr>
          <p:spPr>
            <a:xfrm>
              <a:off x="4222025" y="2172250"/>
              <a:ext cx="152650" cy="303225"/>
            </a:xfrm>
            <a:custGeom>
              <a:rect b="b" l="l" r="r" t="t"/>
              <a:pathLst>
                <a:path extrusionOk="0" h="12129" w="6106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3"/>
            <p:cNvSpPr/>
            <p:nvPr/>
          </p:nvSpPr>
          <p:spPr>
            <a:xfrm>
              <a:off x="3469125" y="874000"/>
              <a:ext cx="1707275" cy="1335925"/>
            </a:xfrm>
            <a:custGeom>
              <a:rect b="b" l="l" r="r" t="t"/>
              <a:pathLst>
                <a:path extrusionOk="0" h="53437" w="68291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3"/>
            <p:cNvSpPr/>
            <p:nvPr/>
          </p:nvSpPr>
          <p:spPr>
            <a:xfrm>
              <a:off x="3461000" y="865875"/>
              <a:ext cx="1723550" cy="1352175"/>
            </a:xfrm>
            <a:custGeom>
              <a:rect b="b" l="l" r="r" t="t"/>
              <a:pathLst>
                <a:path extrusionOk="0" h="54087" w="68942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3"/>
            <p:cNvSpPr/>
            <p:nvPr/>
          </p:nvSpPr>
          <p:spPr>
            <a:xfrm>
              <a:off x="3560700" y="945225"/>
              <a:ext cx="1524125" cy="1193475"/>
            </a:xfrm>
            <a:custGeom>
              <a:rect b="b" l="l" r="r" t="t"/>
              <a:pathLst>
                <a:path extrusionOk="0" h="47739" w="60965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3"/>
            <p:cNvSpPr/>
            <p:nvPr/>
          </p:nvSpPr>
          <p:spPr>
            <a:xfrm>
              <a:off x="3551550" y="937075"/>
              <a:ext cx="1542450" cy="1209750"/>
            </a:xfrm>
            <a:custGeom>
              <a:rect b="b" l="l" r="r" t="t"/>
              <a:pathLst>
                <a:path extrusionOk="0" h="48390" w="61698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3"/>
            <p:cNvSpPr/>
            <p:nvPr/>
          </p:nvSpPr>
          <p:spPr>
            <a:xfrm>
              <a:off x="3671600" y="1070375"/>
              <a:ext cx="637950" cy="293050"/>
            </a:xfrm>
            <a:custGeom>
              <a:rect b="b" l="l" r="r" t="t"/>
              <a:pathLst>
                <a:path extrusionOk="0" h="11722" w="25518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3"/>
            <p:cNvSpPr/>
            <p:nvPr/>
          </p:nvSpPr>
          <p:spPr>
            <a:xfrm>
              <a:off x="3760125" y="1538400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3"/>
            <p:cNvSpPr/>
            <p:nvPr/>
          </p:nvSpPr>
          <p:spPr>
            <a:xfrm>
              <a:off x="3760125" y="1639125"/>
              <a:ext cx="1047975" cy="116000"/>
            </a:xfrm>
            <a:custGeom>
              <a:rect b="b" l="l" r="r" t="t"/>
              <a:pathLst>
                <a:path extrusionOk="0" h="4640" w="41919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3"/>
            <p:cNvSpPr/>
            <p:nvPr/>
          </p:nvSpPr>
          <p:spPr>
            <a:xfrm>
              <a:off x="3760125" y="1866000"/>
              <a:ext cx="1047975" cy="115000"/>
            </a:xfrm>
            <a:custGeom>
              <a:rect b="b" l="l" r="r" t="t"/>
              <a:pathLst>
                <a:path extrusionOk="0" h="4600" w="41919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3"/>
            <p:cNvSpPr/>
            <p:nvPr/>
          </p:nvSpPr>
          <p:spPr>
            <a:xfrm>
              <a:off x="3760125" y="1764250"/>
              <a:ext cx="1047975" cy="116025"/>
            </a:xfrm>
            <a:custGeom>
              <a:rect b="b" l="l" r="r" t="t"/>
              <a:pathLst>
                <a:path extrusionOk="0" h="4641" w="41919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3"/>
            <p:cNvSpPr/>
            <p:nvPr/>
          </p:nvSpPr>
          <p:spPr>
            <a:xfrm>
              <a:off x="4825375" y="1479375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3"/>
            <p:cNvSpPr/>
            <p:nvPr/>
          </p:nvSpPr>
          <p:spPr>
            <a:xfrm>
              <a:off x="4825375" y="1599425"/>
              <a:ext cx="96675" cy="96700"/>
            </a:xfrm>
            <a:custGeom>
              <a:rect b="b" l="l" r="r" t="t"/>
              <a:pathLst>
                <a:path extrusionOk="0" h="3868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3"/>
            <p:cNvSpPr/>
            <p:nvPr/>
          </p:nvSpPr>
          <p:spPr>
            <a:xfrm>
              <a:off x="4825375" y="1804950"/>
              <a:ext cx="96675" cy="96675"/>
            </a:xfrm>
            <a:custGeom>
              <a:rect b="b" l="l" r="r" t="t"/>
              <a:pathLst>
                <a:path extrusionOk="0" h="3867" w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3"/>
            <p:cNvSpPr/>
            <p:nvPr/>
          </p:nvSpPr>
          <p:spPr>
            <a:xfrm>
              <a:off x="4825375" y="1924000"/>
              <a:ext cx="96675" cy="97700"/>
            </a:xfrm>
            <a:custGeom>
              <a:rect b="b" l="l" r="r" t="t"/>
              <a:pathLst>
                <a:path extrusionOk="0" h="3908" w="3867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3"/>
            <p:cNvSpPr/>
            <p:nvPr/>
          </p:nvSpPr>
          <p:spPr>
            <a:xfrm>
              <a:off x="3644125" y="1479375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3"/>
            <p:cNvSpPr/>
            <p:nvPr/>
          </p:nvSpPr>
          <p:spPr>
            <a:xfrm>
              <a:off x="3644125" y="1599425"/>
              <a:ext cx="96700" cy="96700"/>
            </a:xfrm>
            <a:custGeom>
              <a:rect b="b" l="l" r="r" t="t"/>
              <a:pathLst>
                <a:path extrusionOk="0" h="3868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3"/>
            <p:cNvSpPr/>
            <p:nvPr/>
          </p:nvSpPr>
          <p:spPr>
            <a:xfrm>
              <a:off x="3644125" y="1804950"/>
              <a:ext cx="96700" cy="96675"/>
            </a:xfrm>
            <a:custGeom>
              <a:rect b="b" l="l" r="r" t="t"/>
              <a:pathLst>
                <a:path extrusionOk="0" h="3867" w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3"/>
            <p:cNvSpPr/>
            <p:nvPr/>
          </p:nvSpPr>
          <p:spPr>
            <a:xfrm>
              <a:off x="3644125" y="1924000"/>
              <a:ext cx="96700" cy="97700"/>
            </a:xfrm>
            <a:custGeom>
              <a:rect b="b" l="l" r="r" t="t"/>
              <a:pathLst>
                <a:path extrusionOk="0" h="3908" w="386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3"/>
            <p:cNvSpPr/>
            <p:nvPr/>
          </p:nvSpPr>
          <p:spPr>
            <a:xfrm>
              <a:off x="4389900" y="105307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3"/>
            <p:cNvSpPr/>
            <p:nvPr/>
          </p:nvSpPr>
          <p:spPr>
            <a:xfrm>
              <a:off x="2792550" y="4478775"/>
              <a:ext cx="657275" cy="73275"/>
            </a:xfrm>
            <a:custGeom>
              <a:rect b="b" l="l" r="r" t="t"/>
              <a:pathLst>
                <a:path extrusionOk="0" h="2931" w="2629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3"/>
            <p:cNvSpPr/>
            <p:nvPr/>
          </p:nvSpPr>
          <p:spPr>
            <a:xfrm>
              <a:off x="2787450" y="4470625"/>
              <a:ext cx="667475" cy="89550"/>
            </a:xfrm>
            <a:custGeom>
              <a:rect b="b" l="l" r="r" t="t"/>
              <a:pathLst>
                <a:path extrusionOk="0" h="3582" w="26699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3"/>
            <p:cNvSpPr/>
            <p:nvPr/>
          </p:nvSpPr>
          <p:spPr>
            <a:xfrm>
              <a:off x="3097775" y="4128775"/>
              <a:ext cx="102775" cy="392750"/>
            </a:xfrm>
            <a:custGeom>
              <a:rect b="b" l="l" r="r" t="t"/>
              <a:pathLst>
                <a:path extrusionOk="0" h="15710" w="4111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3"/>
            <p:cNvSpPr/>
            <p:nvPr/>
          </p:nvSpPr>
          <p:spPr>
            <a:xfrm>
              <a:off x="3089625" y="4119600"/>
              <a:ext cx="120100" cy="410050"/>
            </a:xfrm>
            <a:custGeom>
              <a:rect b="b" l="l" r="r" t="t"/>
              <a:pathLst>
                <a:path extrusionOk="0" h="16402" w="4804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33"/>
            <p:cNvSpPr/>
            <p:nvPr/>
          </p:nvSpPr>
          <p:spPr>
            <a:xfrm>
              <a:off x="3081500" y="4128775"/>
              <a:ext cx="135350" cy="284900"/>
            </a:xfrm>
            <a:custGeom>
              <a:rect b="b" l="l" r="r" t="t"/>
              <a:pathLst>
                <a:path extrusionOk="0" h="11396" w="5414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33"/>
            <p:cNvSpPr/>
            <p:nvPr/>
          </p:nvSpPr>
          <p:spPr>
            <a:xfrm>
              <a:off x="3073350" y="4119600"/>
              <a:ext cx="152650" cy="302200"/>
            </a:xfrm>
            <a:custGeom>
              <a:rect b="b" l="l" r="r" t="t"/>
              <a:pathLst>
                <a:path extrusionOk="0" h="12088" w="6106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33"/>
            <p:cNvSpPr/>
            <p:nvPr/>
          </p:nvSpPr>
          <p:spPr>
            <a:xfrm>
              <a:off x="2320450" y="2821375"/>
              <a:ext cx="1707275" cy="1335900"/>
            </a:xfrm>
            <a:custGeom>
              <a:rect b="b" l="l" r="r" t="t"/>
              <a:pathLst>
                <a:path extrusionOk="0" h="53436" w="68291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33"/>
            <p:cNvSpPr/>
            <p:nvPr/>
          </p:nvSpPr>
          <p:spPr>
            <a:xfrm>
              <a:off x="2311300" y="2813225"/>
              <a:ext cx="1724575" cy="1352200"/>
            </a:xfrm>
            <a:custGeom>
              <a:rect b="b" l="l" r="r" t="t"/>
              <a:pathLst>
                <a:path extrusionOk="0" h="54088" w="68983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33"/>
            <p:cNvSpPr/>
            <p:nvPr/>
          </p:nvSpPr>
          <p:spPr>
            <a:xfrm>
              <a:off x="2411025" y="2892600"/>
              <a:ext cx="1525125" cy="1193450"/>
            </a:xfrm>
            <a:custGeom>
              <a:rect b="b" l="l" r="r" t="t"/>
              <a:pathLst>
                <a:path extrusionOk="0" h="47738" w="61005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33"/>
            <p:cNvSpPr/>
            <p:nvPr/>
          </p:nvSpPr>
          <p:spPr>
            <a:xfrm>
              <a:off x="2402875" y="2884450"/>
              <a:ext cx="1541425" cy="1209750"/>
            </a:xfrm>
            <a:custGeom>
              <a:rect b="b" l="l" r="r" t="t"/>
              <a:pathLst>
                <a:path extrusionOk="0" h="48390" w="61657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33"/>
            <p:cNvSpPr/>
            <p:nvPr/>
          </p:nvSpPr>
          <p:spPr>
            <a:xfrm>
              <a:off x="270097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33"/>
            <p:cNvSpPr/>
            <p:nvPr/>
          </p:nvSpPr>
          <p:spPr>
            <a:xfrm>
              <a:off x="2700975" y="3313800"/>
              <a:ext cx="534175" cy="334775"/>
            </a:xfrm>
            <a:custGeom>
              <a:rect b="b" l="l" r="r" t="t"/>
              <a:pathLst>
                <a:path extrusionOk="0" h="13391" w="21367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33"/>
            <p:cNvSpPr/>
            <p:nvPr/>
          </p:nvSpPr>
          <p:spPr>
            <a:xfrm>
              <a:off x="2700975" y="368110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33"/>
            <p:cNvSpPr/>
            <p:nvPr/>
          </p:nvSpPr>
          <p:spPr>
            <a:xfrm>
              <a:off x="2692850" y="3672950"/>
              <a:ext cx="551450" cy="352075"/>
            </a:xfrm>
            <a:custGeom>
              <a:rect b="b" l="l" r="r" t="t"/>
              <a:pathLst>
                <a:path extrusionOk="0" h="14083" w="22058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33"/>
            <p:cNvSpPr/>
            <p:nvPr/>
          </p:nvSpPr>
          <p:spPr>
            <a:xfrm>
              <a:off x="3304325" y="2953625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3"/>
            <p:cNvSpPr/>
            <p:nvPr/>
          </p:nvSpPr>
          <p:spPr>
            <a:xfrm>
              <a:off x="3304325" y="3321950"/>
              <a:ext cx="534175" cy="335775"/>
            </a:xfrm>
            <a:custGeom>
              <a:rect b="b" l="l" r="r" t="t"/>
              <a:pathLst>
                <a:path extrusionOk="0" h="13431" w="21367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3"/>
            <p:cNvSpPr/>
            <p:nvPr/>
          </p:nvSpPr>
          <p:spPr>
            <a:xfrm>
              <a:off x="3173075" y="2324875"/>
              <a:ext cx="135325" cy="249275"/>
            </a:xfrm>
            <a:custGeom>
              <a:rect b="b" l="l" r="r" t="t"/>
              <a:pathLst>
                <a:path extrusionOk="0" h="9971" w="5413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3"/>
            <p:cNvSpPr/>
            <p:nvPr/>
          </p:nvSpPr>
          <p:spPr>
            <a:xfrm>
              <a:off x="2390675" y="1910275"/>
              <a:ext cx="866850" cy="1118675"/>
            </a:xfrm>
            <a:custGeom>
              <a:rect b="b" l="l" r="r" t="t"/>
              <a:pathLst>
                <a:path extrusionOk="0" h="44747" w="34674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3"/>
            <p:cNvSpPr/>
            <p:nvPr/>
          </p:nvSpPr>
          <p:spPr>
            <a:xfrm>
              <a:off x="2431350" y="1943325"/>
              <a:ext cx="633900" cy="998125"/>
            </a:xfrm>
            <a:custGeom>
              <a:rect b="b" l="l" r="r" t="t"/>
              <a:pathLst>
                <a:path extrusionOk="0" h="39925" w="25356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33"/>
            <p:cNvSpPr/>
            <p:nvPr/>
          </p:nvSpPr>
          <p:spPr>
            <a:xfrm>
              <a:off x="2939050" y="2055250"/>
              <a:ext cx="304250" cy="177050"/>
            </a:xfrm>
            <a:custGeom>
              <a:rect b="b" l="l" r="r" t="t"/>
              <a:pathLst>
                <a:path extrusionOk="0" h="7082" w="1217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33"/>
            <p:cNvSpPr/>
            <p:nvPr/>
          </p:nvSpPr>
          <p:spPr>
            <a:xfrm>
              <a:off x="2382525" y="1901600"/>
              <a:ext cx="878075" cy="1136150"/>
            </a:xfrm>
            <a:custGeom>
              <a:rect b="b" l="l" r="r" t="t"/>
              <a:pathLst>
                <a:path extrusionOk="0" h="45446" w="35123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3"/>
            <p:cNvSpPr/>
            <p:nvPr/>
          </p:nvSpPr>
          <p:spPr>
            <a:xfrm>
              <a:off x="2417125" y="1742250"/>
              <a:ext cx="1039825" cy="903125"/>
            </a:xfrm>
            <a:custGeom>
              <a:rect b="b" l="l" r="r" t="t"/>
              <a:pathLst>
                <a:path extrusionOk="0" h="36125" w="41593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3"/>
            <p:cNvSpPr/>
            <p:nvPr/>
          </p:nvSpPr>
          <p:spPr>
            <a:xfrm>
              <a:off x="2435425" y="1733725"/>
              <a:ext cx="997100" cy="919800"/>
            </a:xfrm>
            <a:custGeom>
              <a:rect b="b" l="l" r="r" t="t"/>
              <a:pathLst>
                <a:path extrusionOk="0" h="36792" w="39884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3"/>
            <p:cNvSpPr/>
            <p:nvPr/>
          </p:nvSpPr>
          <p:spPr>
            <a:xfrm>
              <a:off x="2586000" y="2406000"/>
              <a:ext cx="59050" cy="52500"/>
            </a:xfrm>
            <a:custGeom>
              <a:rect b="b" l="l" r="r" t="t"/>
              <a:pathLst>
                <a:path extrusionOk="0" h="2100" w="2362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3"/>
            <p:cNvSpPr/>
            <p:nvPr/>
          </p:nvSpPr>
          <p:spPr>
            <a:xfrm>
              <a:off x="2671475" y="1981950"/>
              <a:ext cx="727475" cy="348225"/>
            </a:xfrm>
            <a:custGeom>
              <a:rect b="b" l="l" r="r" t="t"/>
              <a:pathLst>
                <a:path extrusionOk="0" h="13929" w="2909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33"/>
            <p:cNvSpPr/>
            <p:nvPr/>
          </p:nvSpPr>
          <p:spPr>
            <a:xfrm>
              <a:off x="2657225" y="2145625"/>
              <a:ext cx="358175" cy="400300"/>
            </a:xfrm>
            <a:custGeom>
              <a:rect b="b" l="l" r="r" t="t"/>
              <a:pathLst>
                <a:path extrusionOk="0" h="16012" w="14327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33"/>
            <p:cNvSpPr/>
            <p:nvPr/>
          </p:nvSpPr>
          <p:spPr>
            <a:xfrm>
              <a:off x="2814925" y="2364375"/>
              <a:ext cx="487375" cy="66325"/>
            </a:xfrm>
            <a:custGeom>
              <a:rect b="b" l="l" r="r" t="t"/>
              <a:pathLst>
                <a:path extrusionOk="0" h="2653" w="19495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3"/>
            <p:cNvSpPr/>
            <p:nvPr/>
          </p:nvSpPr>
          <p:spPr>
            <a:xfrm>
              <a:off x="2735575" y="2281825"/>
              <a:ext cx="160775" cy="314125"/>
            </a:xfrm>
            <a:custGeom>
              <a:rect b="b" l="l" r="r" t="t"/>
              <a:pathLst>
                <a:path extrusionOk="0" h="12565" w="6431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3"/>
            <p:cNvSpPr/>
            <p:nvPr/>
          </p:nvSpPr>
          <p:spPr>
            <a:xfrm>
              <a:off x="2734550" y="2272975"/>
              <a:ext cx="163825" cy="331700"/>
            </a:xfrm>
            <a:custGeom>
              <a:rect b="b" l="l" r="r" t="t"/>
              <a:pathLst>
                <a:path extrusionOk="0" h="13268" w="6553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33"/>
            <p:cNvSpPr/>
            <p:nvPr/>
          </p:nvSpPr>
          <p:spPr>
            <a:xfrm>
              <a:off x="1585875" y="4992575"/>
              <a:ext cx="2500875" cy="466000"/>
            </a:xfrm>
            <a:custGeom>
              <a:rect b="b" l="l" r="r" t="t"/>
              <a:pathLst>
                <a:path extrusionOk="0" h="18640" w="100035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33"/>
            <p:cNvSpPr/>
            <p:nvPr/>
          </p:nvSpPr>
          <p:spPr>
            <a:xfrm>
              <a:off x="1577750" y="4984425"/>
              <a:ext cx="2518150" cy="483300"/>
            </a:xfrm>
            <a:custGeom>
              <a:rect b="b" l="l" r="r" t="t"/>
              <a:pathLst>
                <a:path extrusionOk="0" h="19332" w="100726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33"/>
            <p:cNvSpPr/>
            <p:nvPr/>
          </p:nvSpPr>
          <p:spPr>
            <a:xfrm>
              <a:off x="1598100" y="2881400"/>
              <a:ext cx="1406100" cy="2341600"/>
            </a:xfrm>
            <a:custGeom>
              <a:rect b="b" l="l" r="r" t="t"/>
              <a:pathLst>
                <a:path extrusionOk="0" h="93664" w="5624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3"/>
            <p:cNvSpPr/>
            <p:nvPr/>
          </p:nvSpPr>
          <p:spPr>
            <a:xfrm>
              <a:off x="1631675" y="2921075"/>
              <a:ext cx="1264675" cy="2293325"/>
            </a:xfrm>
            <a:custGeom>
              <a:rect b="b" l="l" r="r" t="t"/>
              <a:pathLst>
                <a:path extrusionOk="0" h="91733" w="50587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3"/>
            <p:cNvSpPr/>
            <p:nvPr/>
          </p:nvSpPr>
          <p:spPr>
            <a:xfrm>
              <a:off x="2061025" y="3553925"/>
              <a:ext cx="189250" cy="494225"/>
            </a:xfrm>
            <a:custGeom>
              <a:rect b="b" l="l" r="r" t="t"/>
              <a:pathLst>
                <a:path extrusionOk="0" h="19769" w="757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3"/>
            <p:cNvSpPr/>
            <p:nvPr/>
          </p:nvSpPr>
          <p:spPr>
            <a:xfrm>
              <a:off x="2482225" y="4041475"/>
              <a:ext cx="199450" cy="202600"/>
            </a:xfrm>
            <a:custGeom>
              <a:rect b="b" l="l" r="r" t="t"/>
              <a:pathLst>
                <a:path extrusionOk="0" h="8104" w="7978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3"/>
            <p:cNvSpPr/>
            <p:nvPr/>
          </p:nvSpPr>
          <p:spPr>
            <a:xfrm>
              <a:off x="2361150" y="4252250"/>
              <a:ext cx="335775" cy="50525"/>
            </a:xfrm>
            <a:custGeom>
              <a:rect b="b" l="l" r="r" t="t"/>
              <a:pathLst>
                <a:path extrusionOk="0" h="2021" w="1343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33"/>
            <p:cNvSpPr/>
            <p:nvPr/>
          </p:nvSpPr>
          <p:spPr>
            <a:xfrm>
              <a:off x="2311300" y="4874800"/>
              <a:ext cx="481275" cy="353625"/>
            </a:xfrm>
            <a:custGeom>
              <a:rect b="b" l="l" r="r" t="t"/>
              <a:pathLst>
                <a:path extrusionOk="0" h="14145" w="19251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33"/>
            <p:cNvSpPr/>
            <p:nvPr/>
          </p:nvSpPr>
          <p:spPr>
            <a:xfrm>
              <a:off x="1614375" y="2872825"/>
              <a:ext cx="1385750" cy="2358850"/>
            </a:xfrm>
            <a:custGeom>
              <a:rect b="b" l="l" r="r" t="t"/>
              <a:pathLst>
                <a:path extrusionOk="0" h="94354" w="5543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33"/>
            <p:cNvSpPr/>
            <p:nvPr/>
          </p:nvSpPr>
          <p:spPr>
            <a:xfrm>
              <a:off x="2237025" y="2767550"/>
              <a:ext cx="724450" cy="471000"/>
            </a:xfrm>
            <a:custGeom>
              <a:rect b="b" l="l" r="r" t="t"/>
              <a:pathLst>
                <a:path extrusionOk="0" h="18840" w="28978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3"/>
            <p:cNvSpPr/>
            <p:nvPr/>
          </p:nvSpPr>
          <p:spPr>
            <a:xfrm>
              <a:off x="2237025" y="2767450"/>
              <a:ext cx="532150" cy="315425"/>
            </a:xfrm>
            <a:custGeom>
              <a:rect b="b" l="l" r="r" t="t"/>
              <a:pathLst>
                <a:path extrusionOk="0" h="12617" w="21286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3"/>
            <p:cNvSpPr/>
            <p:nvPr/>
          </p:nvSpPr>
          <p:spPr>
            <a:xfrm>
              <a:off x="2227875" y="2759300"/>
              <a:ext cx="742750" cy="488050"/>
            </a:xfrm>
            <a:custGeom>
              <a:rect b="b" l="l" r="r" t="t"/>
              <a:pathLst>
                <a:path extrusionOk="0" h="19522" w="2971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3"/>
            <p:cNvSpPr/>
            <p:nvPr/>
          </p:nvSpPr>
          <p:spPr>
            <a:xfrm>
              <a:off x="3860850" y="4333950"/>
              <a:ext cx="672550" cy="470425"/>
            </a:xfrm>
            <a:custGeom>
              <a:rect b="b" l="l" r="r" t="t"/>
              <a:pathLst>
                <a:path extrusionOk="0" h="18817" w="26902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3"/>
            <p:cNvSpPr/>
            <p:nvPr/>
          </p:nvSpPr>
          <p:spPr>
            <a:xfrm>
              <a:off x="3852700" y="4326150"/>
              <a:ext cx="674575" cy="486350"/>
            </a:xfrm>
            <a:custGeom>
              <a:rect b="b" l="l" r="r" t="t"/>
              <a:pathLst>
                <a:path extrusionOk="0" h="19454" w="26983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3"/>
            <p:cNvSpPr/>
            <p:nvPr/>
          </p:nvSpPr>
          <p:spPr>
            <a:xfrm>
              <a:off x="4208800" y="4389225"/>
              <a:ext cx="212675" cy="101775"/>
            </a:xfrm>
            <a:custGeom>
              <a:rect b="b" l="l" r="r" t="t"/>
              <a:pathLst>
                <a:path extrusionOk="0" h="4071" w="8507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3"/>
            <p:cNvSpPr/>
            <p:nvPr/>
          </p:nvSpPr>
          <p:spPr>
            <a:xfrm>
              <a:off x="4107075" y="4395325"/>
              <a:ext cx="78350" cy="56000"/>
            </a:xfrm>
            <a:custGeom>
              <a:rect b="b" l="l" r="r" t="t"/>
              <a:pathLst>
                <a:path extrusionOk="0" h="2240" w="3134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3"/>
            <p:cNvSpPr/>
            <p:nvPr/>
          </p:nvSpPr>
          <p:spPr>
            <a:xfrm>
              <a:off x="3132375" y="4321475"/>
              <a:ext cx="590625" cy="357750"/>
            </a:xfrm>
            <a:custGeom>
              <a:rect b="b" l="l" r="r" t="t"/>
              <a:pathLst>
                <a:path extrusionOk="0" h="14310" w="23625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3"/>
            <p:cNvSpPr/>
            <p:nvPr/>
          </p:nvSpPr>
          <p:spPr>
            <a:xfrm>
              <a:off x="3136450" y="4312925"/>
              <a:ext cx="579950" cy="374425"/>
            </a:xfrm>
            <a:custGeom>
              <a:rect b="b" l="l" r="r" t="t"/>
              <a:pathLst>
                <a:path extrusionOk="0" h="14977" w="23198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3"/>
            <p:cNvSpPr/>
            <p:nvPr/>
          </p:nvSpPr>
          <p:spPr>
            <a:xfrm>
              <a:off x="3444725" y="4365825"/>
              <a:ext cx="110925" cy="69225"/>
            </a:xfrm>
            <a:custGeom>
              <a:rect b="b" l="l" r="r" t="t"/>
              <a:pathLst>
                <a:path extrusionOk="0" h="2769" w="4437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3"/>
            <p:cNvSpPr/>
            <p:nvPr/>
          </p:nvSpPr>
          <p:spPr>
            <a:xfrm>
              <a:off x="3362300" y="4339625"/>
              <a:ext cx="85500" cy="62600"/>
            </a:xfrm>
            <a:custGeom>
              <a:rect b="b" l="l" r="r" t="t"/>
              <a:pathLst>
                <a:path extrusionOk="0" h="2504" w="342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3"/>
            <p:cNvSpPr/>
            <p:nvPr/>
          </p:nvSpPr>
          <p:spPr>
            <a:xfrm>
              <a:off x="2535150" y="3264975"/>
              <a:ext cx="1519025" cy="2054400"/>
            </a:xfrm>
            <a:custGeom>
              <a:rect b="b" l="l" r="r" t="t"/>
              <a:pathLst>
                <a:path extrusionOk="0" h="82176" w="60761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3"/>
            <p:cNvSpPr/>
            <p:nvPr/>
          </p:nvSpPr>
          <p:spPr>
            <a:xfrm>
              <a:off x="2553450" y="3316850"/>
              <a:ext cx="1490550" cy="2002325"/>
            </a:xfrm>
            <a:custGeom>
              <a:rect b="b" l="l" r="r" t="t"/>
              <a:pathLst>
                <a:path extrusionOk="0" h="80093" w="59622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3"/>
            <p:cNvSpPr/>
            <p:nvPr/>
          </p:nvSpPr>
          <p:spPr>
            <a:xfrm>
              <a:off x="2545325" y="3256325"/>
              <a:ext cx="1502750" cy="2072025"/>
            </a:xfrm>
            <a:custGeom>
              <a:rect b="b" l="l" r="r" t="t"/>
              <a:pathLst>
                <a:path extrusionOk="0" h="82881" w="6011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33"/>
            <p:cNvSpPr/>
            <p:nvPr/>
          </p:nvSpPr>
          <p:spPr>
            <a:xfrm>
              <a:off x="3802850" y="4638300"/>
              <a:ext cx="175025" cy="233225"/>
            </a:xfrm>
            <a:custGeom>
              <a:rect b="b" l="l" r="r" t="t"/>
              <a:pathLst>
                <a:path extrusionOk="0" h="9329" w="7001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33"/>
            <p:cNvSpPr/>
            <p:nvPr/>
          </p:nvSpPr>
          <p:spPr>
            <a:xfrm>
              <a:off x="975425" y="2808800"/>
              <a:ext cx="1312500" cy="2649775"/>
            </a:xfrm>
            <a:custGeom>
              <a:rect b="b" l="l" r="r" t="t"/>
              <a:pathLst>
                <a:path extrusionOk="0" h="105991" w="5250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33"/>
            <p:cNvSpPr/>
            <p:nvPr/>
          </p:nvSpPr>
          <p:spPr>
            <a:xfrm>
              <a:off x="966275" y="2801025"/>
              <a:ext cx="1330800" cy="2666700"/>
            </a:xfrm>
            <a:custGeom>
              <a:rect b="b" l="l" r="r" t="t"/>
              <a:pathLst>
                <a:path extrusionOk="0" h="106668" w="53232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33"/>
            <p:cNvSpPr/>
            <p:nvPr/>
          </p:nvSpPr>
          <p:spPr>
            <a:xfrm>
              <a:off x="474850" y="2774800"/>
              <a:ext cx="1737800" cy="2683775"/>
            </a:xfrm>
            <a:custGeom>
              <a:rect b="b" l="l" r="r" t="t"/>
              <a:pathLst>
                <a:path extrusionOk="0" h="107351" w="69512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33"/>
            <p:cNvSpPr/>
            <p:nvPr/>
          </p:nvSpPr>
          <p:spPr>
            <a:xfrm>
              <a:off x="469775" y="2766425"/>
              <a:ext cx="1751000" cy="2701300"/>
            </a:xfrm>
            <a:custGeom>
              <a:rect b="b" l="l" r="r" t="t"/>
              <a:pathLst>
                <a:path extrusionOk="0" h="108052" w="7004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33"/>
            <p:cNvSpPr/>
            <p:nvPr/>
          </p:nvSpPr>
          <p:spPr>
            <a:xfrm>
              <a:off x="1026300" y="5458550"/>
              <a:ext cx="6114750" cy="25"/>
            </a:xfrm>
            <a:custGeom>
              <a:rect b="b" l="l" r="r" t="t"/>
              <a:pathLst>
                <a:path extrusionOk="0" h="1" w="24459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33"/>
            <p:cNvSpPr/>
            <p:nvPr/>
          </p:nvSpPr>
          <p:spPr>
            <a:xfrm>
              <a:off x="1017150" y="5450400"/>
              <a:ext cx="6132050" cy="17325"/>
            </a:xfrm>
            <a:custGeom>
              <a:rect b="b" l="l" r="r" t="t"/>
              <a:pathLst>
                <a:path extrusionOk="0" h="693" w="245282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0" name="Google Shape;1880;p33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IDS Alert System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1" name="Google Shape;1881;p33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/>
              <a:t>Ryan Becker</a:t>
            </a:r>
            <a:endParaRPr sz="2300">
              <a:solidFill>
                <a:schemeClr val="accen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34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The Question</a:t>
            </a:r>
            <a:endParaRPr sz="4700"/>
          </a:p>
        </p:txBody>
      </p:sp>
      <p:sp>
        <p:nvSpPr>
          <p:cNvPr id="1887" name="Google Shape;1887;p34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2" name="Google Shape;1892;p35"/>
          <p:cNvGrpSpPr/>
          <p:nvPr/>
        </p:nvGrpSpPr>
        <p:grpSpPr>
          <a:xfrm>
            <a:off x="3732436" y="526916"/>
            <a:ext cx="1679127" cy="1679127"/>
            <a:chOff x="3614228" y="234880"/>
            <a:chExt cx="1915500" cy="1915500"/>
          </a:xfrm>
        </p:grpSpPr>
        <p:sp>
          <p:nvSpPr>
            <p:cNvPr id="1893" name="Google Shape;1893;p35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35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5" name="Google Shape;1895;p35"/>
          <p:cNvGrpSpPr/>
          <p:nvPr/>
        </p:nvGrpSpPr>
        <p:grpSpPr>
          <a:xfrm>
            <a:off x="4203187" y="998194"/>
            <a:ext cx="737616" cy="736599"/>
            <a:chOff x="1190625" y="238125"/>
            <a:chExt cx="5238750" cy="5231525"/>
          </a:xfrm>
        </p:grpSpPr>
        <p:sp>
          <p:nvSpPr>
            <p:cNvPr id="1896" name="Google Shape;1896;p35"/>
            <p:cNvSpPr/>
            <p:nvPr/>
          </p:nvSpPr>
          <p:spPr>
            <a:xfrm>
              <a:off x="1190625" y="259325"/>
              <a:ext cx="5238750" cy="5210325"/>
            </a:xfrm>
            <a:custGeom>
              <a:rect b="b" l="l" r="r" t="t"/>
              <a:pathLst>
                <a:path extrusionOk="0" h="208413" w="20955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897" name="Google Shape;1897;p35"/>
            <p:cNvSpPr/>
            <p:nvPr/>
          </p:nvSpPr>
          <p:spPr>
            <a:xfrm>
              <a:off x="4202861" y="1284806"/>
              <a:ext cx="1389300" cy="1389300"/>
            </a:xfrm>
            <a:custGeom>
              <a:rect b="b" l="l" r="r" t="t"/>
              <a:pathLst>
                <a:path extrusionOk="0" h="55572" w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898" name="Google Shape;1898;p35"/>
            <p:cNvSpPr/>
            <p:nvPr/>
          </p:nvSpPr>
          <p:spPr>
            <a:xfrm>
              <a:off x="3730400" y="4080350"/>
              <a:ext cx="173675" cy="260500"/>
            </a:xfrm>
            <a:custGeom>
              <a:rect b="b" l="l" r="r" t="t"/>
              <a:pathLst>
                <a:path extrusionOk="0" h="10420" w="6947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899" name="Google Shape;1899;p35"/>
            <p:cNvSpPr/>
            <p:nvPr/>
          </p:nvSpPr>
          <p:spPr>
            <a:xfrm>
              <a:off x="2430350" y="1227000"/>
              <a:ext cx="1473725" cy="2679700"/>
            </a:xfrm>
            <a:custGeom>
              <a:rect b="b" l="l" r="r" t="t"/>
              <a:pathLst>
                <a:path extrusionOk="0" h="107188" w="58949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0" name="Google Shape;1900;p35"/>
            <p:cNvSpPr/>
            <p:nvPr/>
          </p:nvSpPr>
          <p:spPr>
            <a:xfrm>
              <a:off x="5467000" y="3472525"/>
              <a:ext cx="607825" cy="173700"/>
            </a:xfrm>
            <a:custGeom>
              <a:rect b="b" l="l" r="r" t="t"/>
              <a:pathLst>
                <a:path extrusionOk="0" h="6948" w="24313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1" name="Google Shape;1901;p35"/>
            <p:cNvSpPr/>
            <p:nvPr/>
          </p:nvSpPr>
          <p:spPr>
            <a:xfrm>
              <a:off x="5324700" y="3925975"/>
              <a:ext cx="631950" cy="566850"/>
            </a:xfrm>
            <a:custGeom>
              <a:rect b="b" l="l" r="r" t="t"/>
              <a:pathLst>
                <a:path extrusionOk="0" h="22674" w="25278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4946025" y="4167175"/>
              <a:ext cx="173675" cy="607825"/>
            </a:xfrm>
            <a:custGeom>
              <a:rect b="b" l="l" r="r" t="t"/>
              <a:pathLst>
                <a:path extrusionOk="0" h="24313" w="6947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1279850" y="1564675"/>
              <a:ext cx="735675" cy="342525"/>
            </a:xfrm>
            <a:custGeom>
              <a:rect b="b" l="l" r="r" t="t"/>
              <a:pathLst>
                <a:path extrusionOk="0" h="13701" w="29427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4" name="Google Shape;1904;p35"/>
            <p:cNvSpPr/>
            <p:nvPr/>
          </p:nvSpPr>
          <p:spPr>
            <a:xfrm>
              <a:off x="1424575" y="710850"/>
              <a:ext cx="706725" cy="574075"/>
            </a:xfrm>
            <a:custGeom>
              <a:rect b="b" l="l" r="r" t="t"/>
              <a:pathLst>
                <a:path extrusionOk="0" h="22963" w="28269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05" name="Google Shape;1905;p35"/>
            <p:cNvSpPr/>
            <p:nvPr/>
          </p:nvSpPr>
          <p:spPr>
            <a:xfrm>
              <a:off x="2167450" y="238125"/>
              <a:ext cx="344925" cy="738075"/>
            </a:xfrm>
            <a:custGeom>
              <a:rect b="b" l="l" r="r" t="t"/>
              <a:pathLst>
                <a:path extrusionOk="0" h="29523" w="13797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</p:grpSp>
      <p:sp>
        <p:nvSpPr>
          <p:cNvPr id="1906" name="Google Shape;1906;p35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we build a wireless IDS to send real time alerts with suricata and python?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0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36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with Question</a:t>
            </a:r>
            <a:endParaRPr/>
          </a:p>
        </p:txBody>
      </p:sp>
      <p:sp>
        <p:nvSpPr>
          <p:cNvPr id="1912" name="Google Shape;1912;p36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Managed Switch</a:t>
            </a:r>
            <a:endParaRPr/>
          </a:p>
        </p:txBody>
      </p:sp>
      <p:sp>
        <p:nvSpPr>
          <p:cNvPr id="1913" name="Google Shape;1913;p36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Key to Port Mirroring router traffic for Datalink IDS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4" name="Google Shape;1914;p36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Virtual Switch</a:t>
            </a:r>
            <a:endParaRPr/>
          </a:p>
        </p:txBody>
      </p:sp>
      <p:sp>
        <p:nvSpPr>
          <p:cNvPr id="1915" name="Google Shape;1915;p36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Got Close but lacked visibility of any attacks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6" name="Google Shape;1916;p36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TCPDump</a:t>
            </a:r>
            <a:endParaRPr/>
          </a:p>
        </p:txBody>
      </p:sp>
      <p:sp>
        <p:nvSpPr>
          <p:cNvPr id="1917" name="Google Shape;1917;p36"/>
          <p:cNvSpPr txBox="1"/>
          <p:nvPr>
            <p:ph idx="6" type="subTitle"/>
          </p:nvPr>
        </p:nvSpPr>
        <p:spPr>
          <a:xfrm>
            <a:off x="2802971" y="3513792"/>
            <a:ext cx="19452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Challenges with TCPDump implementation with python, acts too passive from what I found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18" name="Google Shape;1918;p36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Mobile Texts </a:t>
            </a:r>
            <a:endParaRPr/>
          </a:p>
        </p:txBody>
      </p:sp>
      <p:sp>
        <p:nvSpPr>
          <p:cNvPr id="1919" name="Google Shape;1919;p36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Some platforms are free, but seemed off with format of site. So resorted away from text alerts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20" name="Google Shape;1920;p36"/>
          <p:cNvSpPr txBox="1"/>
          <p:nvPr/>
        </p:nvSpPr>
        <p:spPr>
          <a:xfrm>
            <a:off x="512064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21" name="Google Shape;1921;p36"/>
          <p:cNvSpPr txBox="1"/>
          <p:nvPr/>
        </p:nvSpPr>
        <p:spPr>
          <a:xfrm>
            <a:off x="1623369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22" name="Google Shape;1922;p36"/>
          <p:cNvSpPr txBox="1"/>
          <p:nvPr/>
        </p:nvSpPr>
        <p:spPr>
          <a:xfrm>
            <a:off x="5263298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04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23" name="Google Shape;1923;p36"/>
          <p:cNvSpPr txBox="1"/>
          <p:nvPr/>
        </p:nvSpPr>
        <p:spPr>
          <a:xfrm>
            <a:off x="4268116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8" name="Google Shape;1928;p37"/>
          <p:cNvGrpSpPr/>
          <p:nvPr/>
        </p:nvGrpSpPr>
        <p:grpSpPr>
          <a:xfrm>
            <a:off x="3732436" y="526916"/>
            <a:ext cx="1679127" cy="1679127"/>
            <a:chOff x="3614228" y="234880"/>
            <a:chExt cx="1915500" cy="1915500"/>
          </a:xfrm>
        </p:grpSpPr>
        <p:sp>
          <p:nvSpPr>
            <p:cNvPr id="1929" name="Google Shape;1929;p37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1" name="Google Shape;1931;p37"/>
          <p:cNvGrpSpPr/>
          <p:nvPr/>
        </p:nvGrpSpPr>
        <p:grpSpPr>
          <a:xfrm>
            <a:off x="4203187" y="998194"/>
            <a:ext cx="737616" cy="736599"/>
            <a:chOff x="1190625" y="238125"/>
            <a:chExt cx="5238750" cy="5231525"/>
          </a:xfrm>
        </p:grpSpPr>
        <p:sp>
          <p:nvSpPr>
            <p:cNvPr id="1932" name="Google Shape;1932;p37"/>
            <p:cNvSpPr/>
            <p:nvPr/>
          </p:nvSpPr>
          <p:spPr>
            <a:xfrm>
              <a:off x="1190625" y="259325"/>
              <a:ext cx="5238750" cy="5210325"/>
            </a:xfrm>
            <a:custGeom>
              <a:rect b="b" l="l" r="r" t="t"/>
              <a:pathLst>
                <a:path extrusionOk="0" h="208413" w="20955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202861" y="1284806"/>
              <a:ext cx="1389300" cy="1389300"/>
            </a:xfrm>
            <a:custGeom>
              <a:rect b="b" l="l" r="r" t="t"/>
              <a:pathLst>
                <a:path extrusionOk="0" h="55572" w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3730400" y="4080350"/>
              <a:ext cx="173675" cy="260500"/>
            </a:xfrm>
            <a:custGeom>
              <a:rect b="b" l="l" r="r" t="t"/>
              <a:pathLst>
                <a:path extrusionOk="0" h="10420" w="6947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2430350" y="1227000"/>
              <a:ext cx="1473725" cy="2679700"/>
            </a:xfrm>
            <a:custGeom>
              <a:rect b="b" l="l" r="r" t="t"/>
              <a:pathLst>
                <a:path extrusionOk="0" h="107188" w="58949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67000" y="3472525"/>
              <a:ext cx="607825" cy="173700"/>
            </a:xfrm>
            <a:custGeom>
              <a:rect b="b" l="l" r="r" t="t"/>
              <a:pathLst>
                <a:path extrusionOk="0" h="6948" w="24313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324700" y="3925975"/>
              <a:ext cx="631950" cy="566850"/>
            </a:xfrm>
            <a:custGeom>
              <a:rect b="b" l="l" r="r" t="t"/>
              <a:pathLst>
                <a:path extrusionOk="0" h="22674" w="25278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4946025" y="4167175"/>
              <a:ext cx="173675" cy="607825"/>
            </a:xfrm>
            <a:custGeom>
              <a:rect b="b" l="l" r="r" t="t"/>
              <a:pathLst>
                <a:path extrusionOk="0" h="24313" w="6947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1279850" y="1564675"/>
              <a:ext cx="735675" cy="342525"/>
            </a:xfrm>
            <a:custGeom>
              <a:rect b="b" l="l" r="r" t="t"/>
              <a:pathLst>
                <a:path extrusionOk="0" h="13701" w="29427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1424575" y="710850"/>
              <a:ext cx="706725" cy="574075"/>
            </a:xfrm>
            <a:custGeom>
              <a:rect b="b" l="l" r="r" t="t"/>
              <a:pathLst>
                <a:path extrusionOk="0" h="22963" w="28269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2167450" y="238125"/>
              <a:ext cx="344925" cy="738075"/>
            </a:xfrm>
            <a:custGeom>
              <a:rect b="b" l="l" r="r" t="t"/>
              <a:pathLst>
                <a:path extrusionOk="0" h="29523" w="13797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13975" lIns="113975" spcFirstLastPara="1" rIns="113975" wrap="square" tIns="113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45">
                <a:solidFill>
                  <a:srgbClr val="595959"/>
                </a:solidFill>
              </a:endParaRPr>
            </a:p>
          </p:txBody>
        </p:sp>
      </p:grpSp>
      <p:sp>
        <p:nvSpPr>
          <p:cNvPr id="1942" name="Google Shape;1942;p37"/>
          <p:cNvSpPr txBox="1"/>
          <p:nvPr>
            <p:ph type="title"/>
          </p:nvPr>
        </p:nvSpPr>
        <p:spPr>
          <a:xfrm>
            <a:off x="2167191" y="2206049"/>
            <a:ext cx="48096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Slightly new Question: Can I create an IDS behind an AP, where a user can connect their devices and get real time alerts via Discord of network activity, while they are away?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38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Potential Limitations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38"/>
          <p:cNvSpPr/>
          <p:nvPr/>
        </p:nvSpPr>
        <p:spPr>
          <a:xfrm>
            <a:off x="4665800" y="1135707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38"/>
          <p:cNvSpPr/>
          <p:nvPr/>
        </p:nvSpPr>
        <p:spPr>
          <a:xfrm>
            <a:off x="4850900" y="1329357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38"/>
          <p:cNvSpPr/>
          <p:nvPr/>
        </p:nvSpPr>
        <p:spPr>
          <a:xfrm>
            <a:off x="1802225" y="1135707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1" name="Google Shape;1951;p38"/>
          <p:cNvSpPr/>
          <p:nvPr/>
        </p:nvSpPr>
        <p:spPr>
          <a:xfrm>
            <a:off x="1987325" y="1329357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38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 not alert if there is an ARP MItM attack on the SETUP-#### SSID. This is due to suricata being specific to SuricataAP.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3" name="Google Shape;1953;p38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DDoS Delays alerts due to flooding via SYN or other packets. Therefore, does not correctly alert in real time.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54" name="Google Shape;1954;p38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ARP Attack</a:t>
            </a:r>
            <a:endParaRPr sz="1800"/>
          </a:p>
        </p:txBody>
      </p:sp>
      <p:sp>
        <p:nvSpPr>
          <p:cNvPr id="1955" name="Google Shape;1955;p38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DDoS</a:t>
            </a:r>
            <a:endParaRPr sz="1800"/>
          </a:p>
        </p:txBody>
      </p:sp>
      <p:sp>
        <p:nvSpPr>
          <p:cNvPr id="1956" name="Google Shape;1956;p38"/>
          <p:cNvSpPr txBox="1"/>
          <p:nvPr>
            <p:ph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57" name="Google Shape;1957;p38"/>
          <p:cNvSpPr txBox="1"/>
          <p:nvPr>
            <p:ph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39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Topology</a:t>
            </a:r>
            <a:endParaRPr sz="4700"/>
          </a:p>
        </p:txBody>
      </p:sp>
      <p:sp>
        <p:nvSpPr>
          <p:cNvPr id="1963" name="Google Shape;1963;p39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40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</a:t>
            </a:r>
            <a:r>
              <a:rPr lang="en"/>
              <a:t>3 and 4 IDS Setup</a:t>
            </a:r>
            <a:endParaRPr/>
          </a:p>
        </p:txBody>
      </p:sp>
      <p:pic>
        <p:nvPicPr>
          <p:cNvPr id="1969" name="Google Shape;19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920" y="932620"/>
            <a:ext cx="3558024" cy="41809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0" name="Google Shape;1970;p40"/>
          <p:cNvCxnSpPr/>
          <p:nvPr/>
        </p:nvCxnSpPr>
        <p:spPr>
          <a:xfrm>
            <a:off x="3873225" y="3354125"/>
            <a:ext cx="539100" cy="2295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41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IDS Setup</a:t>
            </a:r>
            <a:endParaRPr/>
          </a:p>
        </p:txBody>
      </p:sp>
      <p:pic>
        <p:nvPicPr>
          <p:cNvPr id="1976" name="Google Shape;197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7325" y="932628"/>
            <a:ext cx="3641927" cy="39060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7" name="Google Shape;1977;p41"/>
          <p:cNvCxnSpPr/>
          <p:nvPr/>
        </p:nvCxnSpPr>
        <p:spPr>
          <a:xfrm flipH="1" rot="10800000">
            <a:off x="4192675" y="2705350"/>
            <a:ext cx="698700" cy="9900"/>
          </a:xfrm>
          <a:prstGeom prst="straightConnector1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42"/>
          <p:cNvSpPr txBox="1"/>
          <p:nvPr>
            <p:ph type="title"/>
          </p:nvPr>
        </p:nvSpPr>
        <p:spPr>
          <a:xfrm>
            <a:off x="2921875" y="25805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Suricata PI Setup</a:t>
            </a:r>
            <a:endParaRPr sz="4700"/>
          </a:p>
        </p:txBody>
      </p:sp>
      <p:sp>
        <p:nvSpPr>
          <p:cNvPr id="1983" name="Google Shape;1983;p42"/>
          <p:cNvSpPr txBox="1"/>
          <p:nvPr>
            <p:ph idx="2" type="title"/>
          </p:nvPr>
        </p:nvSpPr>
        <p:spPr>
          <a:xfrm>
            <a:off x="2921875" y="116131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43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Suricata</a:t>
            </a:r>
            <a:r>
              <a:rPr lang="en"/>
              <a:t> Process</a:t>
            </a:r>
            <a:endParaRPr/>
          </a:p>
        </p:txBody>
      </p:sp>
      <p:sp>
        <p:nvSpPr>
          <p:cNvPr id="1989" name="Google Shape;1989;p43"/>
          <p:cNvSpPr txBox="1"/>
          <p:nvPr/>
        </p:nvSpPr>
        <p:spPr>
          <a:xfrm>
            <a:off x="10054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Network Manager Configuration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0" name="Google Shape;1990;p43"/>
          <p:cNvSpPr txBox="1"/>
          <p:nvPr/>
        </p:nvSpPr>
        <p:spPr>
          <a:xfrm>
            <a:off x="42812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Suricata Configuration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1" name="Google Shape;1991;p43"/>
          <p:cNvSpPr txBox="1"/>
          <p:nvPr/>
        </p:nvSpPr>
        <p:spPr>
          <a:xfrm>
            <a:off x="26433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IPTables Configuration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92" name="Google Shape;1992;p43"/>
          <p:cNvSpPr txBox="1"/>
          <p:nvPr/>
        </p:nvSpPr>
        <p:spPr>
          <a:xfrm>
            <a:off x="59191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Discord Alert Python File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1993" name="Google Shape;1993;p43"/>
          <p:cNvGrpSpPr/>
          <p:nvPr/>
        </p:nvGrpSpPr>
        <p:grpSpPr>
          <a:xfrm>
            <a:off x="1620199" y="2106974"/>
            <a:ext cx="5900364" cy="1517351"/>
            <a:chOff x="1621724" y="2106974"/>
            <a:chExt cx="5900364" cy="1517351"/>
          </a:xfrm>
        </p:grpSpPr>
        <p:grpSp>
          <p:nvGrpSpPr>
            <p:cNvPr id="1994" name="Google Shape;1994;p43"/>
            <p:cNvGrpSpPr/>
            <p:nvPr/>
          </p:nvGrpSpPr>
          <p:grpSpPr>
            <a:xfrm>
              <a:off x="2604811" y="2884996"/>
              <a:ext cx="4021725" cy="538"/>
              <a:chOff x="3762462" y="2553002"/>
              <a:chExt cx="1121570" cy="150"/>
            </a:xfrm>
          </p:grpSpPr>
          <p:cxnSp>
            <p:nvCxnSpPr>
              <p:cNvPr id="1995" name="Google Shape;1995;p43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6" name="Google Shape;1996;p43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97" name="Google Shape;1997;p43"/>
              <p:cNvCxnSpPr>
                <a:stCxn id="1998" idx="6"/>
                <a:endCxn id="1999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000" name="Google Shape;2000;p43"/>
            <p:cNvCxnSpPr/>
            <p:nvPr/>
          </p:nvCxnSpPr>
          <p:spPr>
            <a:xfrm>
              <a:off x="3752008" y="3186309"/>
              <a:ext cx="0" cy="358221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01" name="Google Shape;2001;p43"/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1999" name="Google Shape;1999;p43"/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2" name="Google Shape;2002;p43"/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03" name="Google Shape;2003;p43"/>
            <p:cNvCxnSpPr>
              <a:stCxn id="2004" idx="0"/>
            </p:cNvCxnSpPr>
            <p:nvPr/>
          </p:nvCxnSpPr>
          <p:spPr>
            <a:xfrm rot="10800000">
              <a:off x="5391613" y="2122099"/>
              <a:ext cx="0" cy="39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05" name="Google Shape;2005;p43"/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2006" name="Google Shape;2006;p43"/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4" name="Google Shape;2004;p43"/>
              <p:cNvSpPr/>
              <p:nvPr/>
            </p:nvSpPr>
            <p:spPr>
              <a:xfrm>
                <a:off x="5090423" y="2583719"/>
                <a:ext cx="602414" cy="602414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07" name="Google Shape;2007;p43"/>
            <p:cNvCxnSpPr/>
            <p:nvPr/>
          </p:nvCxnSpPr>
          <p:spPr>
            <a:xfrm>
              <a:off x="7031106" y="3186309"/>
              <a:ext cx="0" cy="357146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08" name="Google Shape;2008;p43"/>
            <p:cNvGrpSpPr/>
            <p:nvPr/>
          </p:nvGrpSpPr>
          <p:grpSpPr>
            <a:xfrm>
              <a:off x="6539045" y="2393178"/>
              <a:ext cx="983044" cy="983044"/>
              <a:chOff x="6626363" y="2480342"/>
              <a:chExt cx="808956" cy="808956"/>
            </a:xfrm>
          </p:grpSpPr>
          <p:sp>
            <p:nvSpPr>
              <p:cNvPr id="2009" name="Google Shape;2009;p43"/>
              <p:cNvSpPr/>
              <p:nvPr/>
            </p:nvSpPr>
            <p:spPr>
              <a:xfrm>
                <a:off x="6626363" y="2480342"/>
                <a:ext cx="808956" cy="808956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43"/>
              <p:cNvSpPr/>
              <p:nvPr/>
            </p:nvSpPr>
            <p:spPr>
              <a:xfrm>
                <a:off x="6729729" y="2583719"/>
                <a:ext cx="602414" cy="602414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011" name="Google Shape;2011;p43"/>
            <p:cNvCxnSpPr>
              <a:stCxn id="2012" idx="0"/>
            </p:cNvCxnSpPr>
            <p:nvPr/>
          </p:nvCxnSpPr>
          <p:spPr>
            <a:xfrm rot="10800000">
              <a:off x="2113432" y="2122227"/>
              <a:ext cx="0" cy="39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13" name="Google Shape;2013;p43"/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1998" name="Google Shape;1998;p43"/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43"/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14" name="Google Shape;2014;p43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43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43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3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8" name="Google Shape;2018;p43"/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019" name="Google Shape;2019;p43"/>
          <p:cNvSpPr txBox="1"/>
          <p:nvPr/>
        </p:nvSpPr>
        <p:spPr>
          <a:xfrm>
            <a:off x="34008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</a:t>
            </a: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2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020" name="Google Shape;2020;p43"/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</a:t>
            </a: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021" name="Google Shape;2021;p43"/>
          <p:cNvSpPr txBox="1"/>
          <p:nvPr/>
        </p:nvSpPr>
        <p:spPr>
          <a:xfrm>
            <a:off x="66766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</a:t>
            </a: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4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6" name="Google Shape;202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1159" y="0"/>
            <a:ext cx="5861689" cy="2460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7" name="Google Shape;202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928" y="2376906"/>
            <a:ext cx="5852160" cy="2766594"/>
          </a:xfrm>
          <a:prstGeom prst="rect">
            <a:avLst/>
          </a:prstGeom>
          <a:noFill/>
          <a:ln>
            <a:noFill/>
          </a:ln>
        </p:spPr>
      </p:pic>
      <p:sp>
        <p:nvSpPr>
          <p:cNvPr id="2028" name="Google Shape;2028;p44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44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030" name="Google Shape;2030;p44"/>
          <p:cNvSpPr/>
          <p:nvPr/>
        </p:nvSpPr>
        <p:spPr>
          <a:xfrm>
            <a:off x="1842875" y="3954950"/>
            <a:ext cx="1422000" cy="14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4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45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45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37" name="Google Shape;203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425" y="2224088"/>
            <a:ext cx="7991475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46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46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2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44" name="Google Shape;204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825" y="1167450"/>
            <a:ext cx="6600825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5" name="Google Shape;204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4663" y="1666763"/>
            <a:ext cx="6379141" cy="3006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47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47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52" name="Google Shape;205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1637" y="238125"/>
            <a:ext cx="6280739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3" name="Google Shape;205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488" y="1333500"/>
            <a:ext cx="5715000" cy="109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4" name="Google Shape;2054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0563" y="2428875"/>
            <a:ext cx="5262870" cy="22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5" name="Google Shape;2055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9" y="4692475"/>
            <a:ext cx="9337976" cy="2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48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1" name="Google Shape;2061;p48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62" name="Google Shape;206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0250" y="152400"/>
            <a:ext cx="422877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49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49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69" name="Google Shape;206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0600"/>
            <a:ext cx="9603249" cy="525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9089" y="2669625"/>
            <a:ext cx="4565050" cy="141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4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50"/>
          <p:cNvSpPr txBox="1"/>
          <p:nvPr>
            <p:ph type="title"/>
          </p:nvPr>
        </p:nvSpPr>
        <p:spPr>
          <a:xfrm>
            <a:off x="2921875" y="25805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Victim Device </a:t>
            </a:r>
            <a:r>
              <a:rPr lang="en" sz="4700"/>
              <a:t>Setup</a:t>
            </a:r>
            <a:endParaRPr sz="4700"/>
          </a:p>
        </p:txBody>
      </p:sp>
      <p:sp>
        <p:nvSpPr>
          <p:cNvPr id="2076" name="Google Shape;2076;p50"/>
          <p:cNvSpPr txBox="1"/>
          <p:nvPr>
            <p:ph idx="2" type="title"/>
          </p:nvPr>
        </p:nvSpPr>
        <p:spPr>
          <a:xfrm>
            <a:off x="2921875" y="116131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51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82" name="Google Shape;208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50" y="1207613"/>
            <a:ext cx="8496300" cy="313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p52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088" name="Google Shape;208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799" y="96875"/>
            <a:ext cx="7361552" cy="149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8400" y="1590492"/>
            <a:ext cx="7424351" cy="750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52"/>
          <p:cNvPicPr preferRelativeResize="0"/>
          <p:nvPr/>
        </p:nvPicPr>
        <p:blipFill rotWithShape="1">
          <a:blip r:embed="rId5">
            <a:alphaModFix/>
          </a:blip>
          <a:srcRect b="32899" l="0" r="0" t="0"/>
          <a:stretch/>
        </p:blipFill>
        <p:spPr>
          <a:xfrm>
            <a:off x="1714835" y="2340990"/>
            <a:ext cx="6122771" cy="2595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53"/>
          <p:cNvSpPr txBox="1"/>
          <p:nvPr>
            <p:ph type="title"/>
          </p:nvPr>
        </p:nvSpPr>
        <p:spPr>
          <a:xfrm>
            <a:off x="2921875" y="2580536"/>
            <a:ext cx="32004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Attacker</a:t>
            </a:r>
            <a:r>
              <a:rPr lang="en" sz="4700"/>
              <a:t> PI Setup</a:t>
            </a:r>
            <a:endParaRPr sz="4700"/>
          </a:p>
        </p:txBody>
      </p:sp>
      <p:sp>
        <p:nvSpPr>
          <p:cNvPr id="2096" name="Google Shape;2096;p53"/>
          <p:cNvSpPr txBox="1"/>
          <p:nvPr>
            <p:ph idx="2" type="title"/>
          </p:nvPr>
        </p:nvSpPr>
        <p:spPr>
          <a:xfrm>
            <a:off x="2921875" y="1161313"/>
            <a:ext cx="2967600" cy="10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54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Attacker Pi Process</a:t>
            </a:r>
            <a:endParaRPr/>
          </a:p>
        </p:txBody>
      </p:sp>
      <p:sp>
        <p:nvSpPr>
          <p:cNvPr id="2102" name="Google Shape;2102;p54"/>
          <p:cNvSpPr txBox="1"/>
          <p:nvPr/>
        </p:nvSpPr>
        <p:spPr>
          <a:xfrm>
            <a:off x="10054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Use Nmap to map the network (wlan1)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03" name="Google Shape;2103;p54"/>
          <p:cNvSpPr txBox="1"/>
          <p:nvPr/>
        </p:nvSpPr>
        <p:spPr>
          <a:xfrm>
            <a:off x="42812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DDoS attack against wlan0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04" name="Google Shape;2104;p54"/>
          <p:cNvSpPr txBox="1"/>
          <p:nvPr/>
        </p:nvSpPr>
        <p:spPr>
          <a:xfrm>
            <a:off x="26433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Use Nmap to map the network (wlan0)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05" name="Google Shape;2105;p54"/>
          <p:cNvSpPr txBox="1"/>
          <p:nvPr/>
        </p:nvSpPr>
        <p:spPr>
          <a:xfrm>
            <a:off x="59191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Inspect Logs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106" name="Google Shape;2106;p54"/>
          <p:cNvGrpSpPr/>
          <p:nvPr/>
        </p:nvGrpSpPr>
        <p:grpSpPr>
          <a:xfrm>
            <a:off x="1620199" y="2106974"/>
            <a:ext cx="5900539" cy="1517351"/>
            <a:chOff x="1621724" y="2106974"/>
            <a:chExt cx="5900539" cy="1517351"/>
          </a:xfrm>
        </p:grpSpPr>
        <p:grpSp>
          <p:nvGrpSpPr>
            <p:cNvPr id="2107" name="Google Shape;2107;p54"/>
            <p:cNvGrpSpPr/>
            <p:nvPr/>
          </p:nvGrpSpPr>
          <p:grpSpPr>
            <a:xfrm>
              <a:off x="2604781" y="2884996"/>
              <a:ext cx="4021755" cy="519"/>
              <a:chOff x="3762454" y="2553002"/>
              <a:chExt cx="1121578" cy="145"/>
            </a:xfrm>
          </p:grpSpPr>
          <p:cxnSp>
            <p:nvCxnSpPr>
              <p:cNvPr id="2108" name="Google Shape;2108;p54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9" name="Google Shape;2109;p54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10" name="Google Shape;2110;p54"/>
              <p:cNvCxnSpPr>
                <a:stCxn id="2111" idx="6"/>
                <a:endCxn id="2112" idx="2"/>
              </p:cNvCxnSpPr>
              <p:nvPr/>
            </p:nvCxnSpPr>
            <p:spPr>
              <a:xfrm>
                <a:off x="3762454" y="2553146"/>
                <a:ext cx="183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113" name="Google Shape;2113;p54"/>
            <p:cNvCxnSpPr/>
            <p:nvPr/>
          </p:nvCxnSpPr>
          <p:spPr>
            <a:xfrm>
              <a:off x="3752008" y="3186309"/>
              <a:ext cx="0" cy="35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14" name="Google Shape;2114;p54"/>
            <p:cNvGrpSpPr/>
            <p:nvPr/>
          </p:nvGrpSpPr>
          <p:grpSpPr>
            <a:xfrm>
              <a:off x="3261117" y="2393765"/>
              <a:ext cx="983016" cy="983016"/>
              <a:chOff x="3347725" y="2480342"/>
              <a:chExt cx="810000" cy="810000"/>
            </a:xfrm>
          </p:grpSpPr>
          <p:sp>
            <p:nvSpPr>
              <p:cNvPr id="2112" name="Google Shape;2112;p54"/>
              <p:cNvSpPr/>
              <p:nvPr/>
            </p:nvSpPr>
            <p:spPr>
              <a:xfrm>
                <a:off x="3347725" y="2480342"/>
                <a:ext cx="810000" cy="8100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54"/>
              <p:cNvSpPr/>
              <p:nvPr/>
            </p:nvSpPr>
            <p:spPr>
              <a:xfrm>
                <a:off x="3451091" y="2583719"/>
                <a:ext cx="603600" cy="60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116" name="Google Shape;2116;p54"/>
            <p:cNvCxnSpPr>
              <a:stCxn id="2117" idx="0"/>
            </p:cNvCxnSpPr>
            <p:nvPr/>
          </p:nvCxnSpPr>
          <p:spPr>
            <a:xfrm rot="10800000">
              <a:off x="5391605" y="2122099"/>
              <a:ext cx="0" cy="39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18" name="Google Shape;2118;p54"/>
            <p:cNvGrpSpPr/>
            <p:nvPr/>
          </p:nvGrpSpPr>
          <p:grpSpPr>
            <a:xfrm>
              <a:off x="4899976" y="2393376"/>
              <a:ext cx="983218" cy="983218"/>
              <a:chOff x="4987056" y="2480342"/>
              <a:chExt cx="809100" cy="809100"/>
            </a:xfrm>
          </p:grpSpPr>
          <p:sp>
            <p:nvSpPr>
              <p:cNvPr id="2119" name="Google Shape;2119;p54"/>
              <p:cNvSpPr/>
              <p:nvPr/>
            </p:nvSpPr>
            <p:spPr>
              <a:xfrm>
                <a:off x="4987056" y="2480342"/>
                <a:ext cx="809100" cy="809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54"/>
              <p:cNvSpPr/>
              <p:nvPr/>
            </p:nvSpPr>
            <p:spPr>
              <a:xfrm>
                <a:off x="5090423" y="2583719"/>
                <a:ext cx="602400" cy="602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120" name="Google Shape;2120;p54"/>
            <p:cNvCxnSpPr/>
            <p:nvPr/>
          </p:nvCxnSpPr>
          <p:spPr>
            <a:xfrm>
              <a:off x="7031106" y="3186309"/>
              <a:ext cx="0" cy="35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21" name="Google Shape;2121;p54"/>
            <p:cNvGrpSpPr/>
            <p:nvPr/>
          </p:nvGrpSpPr>
          <p:grpSpPr>
            <a:xfrm>
              <a:off x="6539045" y="2393178"/>
              <a:ext cx="983218" cy="983218"/>
              <a:chOff x="6626363" y="2480342"/>
              <a:chExt cx="809100" cy="809100"/>
            </a:xfrm>
          </p:grpSpPr>
          <p:sp>
            <p:nvSpPr>
              <p:cNvPr id="2122" name="Google Shape;2122;p54"/>
              <p:cNvSpPr/>
              <p:nvPr/>
            </p:nvSpPr>
            <p:spPr>
              <a:xfrm>
                <a:off x="6626363" y="2480342"/>
                <a:ext cx="809100" cy="8091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54"/>
              <p:cNvSpPr/>
              <p:nvPr/>
            </p:nvSpPr>
            <p:spPr>
              <a:xfrm>
                <a:off x="6729729" y="2583719"/>
                <a:ext cx="602400" cy="602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2124" name="Google Shape;2124;p54"/>
            <p:cNvCxnSpPr>
              <a:stCxn id="2125" idx="0"/>
            </p:cNvCxnSpPr>
            <p:nvPr/>
          </p:nvCxnSpPr>
          <p:spPr>
            <a:xfrm rot="10800000">
              <a:off x="2113474" y="2122227"/>
              <a:ext cx="0" cy="39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126" name="Google Shape;2126;p54"/>
            <p:cNvGrpSpPr/>
            <p:nvPr/>
          </p:nvGrpSpPr>
          <p:grpSpPr>
            <a:xfrm>
              <a:off x="1621724" y="2393805"/>
              <a:ext cx="983056" cy="983421"/>
              <a:chOff x="1708681" y="2480698"/>
              <a:chExt cx="809100" cy="809400"/>
            </a:xfrm>
          </p:grpSpPr>
          <p:sp>
            <p:nvSpPr>
              <p:cNvPr id="2111" name="Google Shape;2111;p54"/>
              <p:cNvSpPr/>
              <p:nvPr/>
            </p:nvSpPr>
            <p:spPr>
              <a:xfrm>
                <a:off x="1708681" y="2480698"/>
                <a:ext cx="809100" cy="809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54"/>
              <p:cNvSpPr/>
              <p:nvPr/>
            </p:nvSpPr>
            <p:spPr>
              <a:xfrm>
                <a:off x="1812063" y="2584091"/>
                <a:ext cx="602700" cy="6027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27" name="Google Shape;2127;p54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54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54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54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1" name="Google Shape;2131;p54"/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32" name="Google Shape;2132;p54"/>
          <p:cNvSpPr txBox="1"/>
          <p:nvPr/>
        </p:nvSpPr>
        <p:spPr>
          <a:xfrm>
            <a:off x="34008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2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33" name="Google Shape;2133;p54"/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34" name="Google Shape;2134;p54"/>
          <p:cNvSpPr txBox="1"/>
          <p:nvPr/>
        </p:nvSpPr>
        <p:spPr>
          <a:xfrm>
            <a:off x="66766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55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55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141" name="Google Shape;214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900" y="0"/>
            <a:ext cx="6439426" cy="279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2" name="Google Shape;2142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4413" y="2928400"/>
            <a:ext cx="8204389" cy="20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56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56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2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149" name="Google Shape;214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225" y="152400"/>
            <a:ext cx="688142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57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57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156" name="Google Shape;215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892" y="1020574"/>
            <a:ext cx="7025458" cy="139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7" name="Google Shape;2157;p57"/>
          <p:cNvPicPr preferRelativeResize="0"/>
          <p:nvPr/>
        </p:nvPicPr>
        <p:blipFill rotWithShape="1">
          <a:blip r:embed="rId4">
            <a:alphaModFix/>
          </a:blip>
          <a:srcRect b="49370" l="0" r="0" t="0"/>
          <a:stretch/>
        </p:blipFill>
        <p:spPr>
          <a:xfrm>
            <a:off x="3310825" y="2564999"/>
            <a:ext cx="3457600" cy="122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58"/>
          <p:cNvSpPr/>
          <p:nvPr/>
        </p:nvSpPr>
        <p:spPr>
          <a:xfrm>
            <a:off x="759425" y="1020575"/>
            <a:ext cx="704400" cy="646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58"/>
          <p:cNvSpPr txBox="1"/>
          <p:nvPr/>
        </p:nvSpPr>
        <p:spPr>
          <a:xfrm>
            <a:off x="759425" y="1207625"/>
            <a:ext cx="704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Step 4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pic>
        <p:nvPicPr>
          <p:cNvPr id="2164" name="Google Shape;2164;p58"/>
          <p:cNvPicPr preferRelativeResize="0"/>
          <p:nvPr/>
        </p:nvPicPr>
        <p:blipFill rotWithShape="1">
          <a:blip r:embed="rId3">
            <a:alphaModFix/>
          </a:blip>
          <a:srcRect b="64570" l="0" r="0" t="0"/>
          <a:stretch/>
        </p:blipFill>
        <p:spPr>
          <a:xfrm>
            <a:off x="2035500" y="102475"/>
            <a:ext cx="5426501" cy="1714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5" name="Google Shape;2165;p58"/>
          <p:cNvPicPr preferRelativeResize="0"/>
          <p:nvPr/>
        </p:nvPicPr>
        <p:blipFill rotWithShape="1">
          <a:blip r:embed="rId4">
            <a:alphaModFix/>
          </a:blip>
          <a:srcRect b="78737" l="0" r="0" t="0"/>
          <a:stretch/>
        </p:blipFill>
        <p:spPr>
          <a:xfrm>
            <a:off x="2427375" y="3045175"/>
            <a:ext cx="4289226" cy="95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6" name="Google Shape;2166;p58"/>
          <p:cNvPicPr preferRelativeResize="0"/>
          <p:nvPr/>
        </p:nvPicPr>
        <p:blipFill rotWithShape="1">
          <a:blip r:embed="rId5">
            <a:alphaModFix/>
          </a:blip>
          <a:srcRect b="49370" l="0" r="0" t="0"/>
          <a:stretch/>
        </p:blipFill>
        <p:spPr>
          <a:xfrm>
            <a:off x="3019950" y="4003512"/>
            <a:ext cx="3457600" cy="122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7" name="Google Shape;2167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42425" y="1816825"/>
            <a:ext cx="5612650" cy="12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59"/>
          <p:cNvSpPr txBox="1"/>
          <p:nvPr>
            <p:ph type="title"/>
          </p:nvPr>
        </p:nvSpPr>
        <p:spPr>
          <a:xfrm>
            <a:off x="1870975" y="1620750"/>
            <a:ext cx="61572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Thank You!</a:t>
            </a:r>
            <a:endParaRPr sz="10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60"/>
          <p:cNvSpPr txBox="1"/>
          <p:nvPr>
            <p:ph type="title"/>
          </p:nvPr>
        </p:nvSpPr>
        <p:spPr>
          <a:xfrm>
            <a:off x="1870975" y="1620750"/>
            <a:ext cx="6157200" cy="19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Questions?</a:t>
            </a:r>
            <a:endParaRPr sz="1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