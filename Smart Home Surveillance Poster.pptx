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32918400" cx="43891200"/>
  <p:notesSz cx="9296400" cy="7010400"/>
  <p:embeddedFontLst>
    <p:embeddedFont>
      <p:font typeface="Libre Franklin"/>
      <p:regular r:id="rId7"/>
      <p:bold r:id="rId8"/>
      <p:italic r:id="rId9"/>
      <p:boldItalic r:id="rId10"/>
    </p:embeddedFont>
    <p:embeddedFont>
      <p:font typeface="Libre Franklin Medium"/>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248">
          <p15:clr>
            <a:srgbClr val="A4A3A4"/>
          </p15:clr>
        </p15:guide>
        <p15:guide id="3" orient="horz" pos="17184">
          <p15:clr>
            <a:srgbClr val="A4A3A4"/>
          </p15:clr>
        </p15:guide>
        <p15:guide id="4" pos="182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248"/>
        <p:guide pos="17184" orient="horz"/>
        <p:guide pos="18239"/>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LibreFranklinMedium-regular.fntdata"/><Relationship Id="rId10" Type="http://schemas.openxmlformats.org/officeDocument/2006/relationships/font" Target="fonts/LibreFranklin-boldItalic.fntdata"/><Relationship Id="rId13" Type="http://schemas.openxmlformats.org/officeDocument/2006/relationships/font" Target="fonts/LibreFranklinMedium-italic.fntdata"/><Relationship Id="rId12" Type="http://schemas.openxmlformats.org/officeDocument/2006/relationships/font" Target="fonts/LibreFranklin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LibreFranklin-italic.fntdata"/><Relationship Id="rId14" Type="http://schemas.openxmlformats.org/officeDocument/2006/relationships/font" Target="fonts/LibreFranklin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LibreFranklin-regular.fntdata"/><Relationship Id="rId8" Type="http://schemas.openxmlformats.org/officeDocument/2006/relationships/font" Target="fonts/LibreFranklin-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5265738" y="0"/>
            <a:ext cx="4029075" cy="35083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30275" y="3330575"/>
            <a:ext cx="7435850" cy="31543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9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657975"/>
            <a:ext cx="4029075" cy="3508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5265738" y="6657975"/>
            <a:ext cx="4029075" cy="350838"/>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1:notes"/>
          <p:cNvSpPr txBox="1"/>
          <p:nvPr>
            <p:ph idx="1" type="body"/>
          </p:nvPr>
        </p:nvSpPr>
        <p:spPr>
          <a:xfrm>
            <a:off x="930275" y="3330575"/>
            <a:ext cx="7435800" cy="315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Arial"/>
                <a:ea typeface="Arial"/>
                <a:cs typeface="Arial"/>
                <a:sym typeface="Arial"/>
              </a:rPr>
              <a:t>Remove meross light from schedule </a:t>
            </a:r>
            <a:endParaRPr sz="1200">
              <a:latin typeface="Arial"/>
              <a:ea typeface="Arial"/>
              <a:cs typeface="Arial"/>
              <a:sym typeface="Arial"/>
            </a:endParaRPr>
          </a:p>
          <a:p>
            <a:pPr indent="0" lvl="0" marL="0" rtl="0" algn="l">
              <a:lnSpc>
                <a:spcPct val="100000"/>
              </a:lnSpc>
              <a:spcBef>
                <a:spcPts val="0"/>
              </a:spcBef>
              <a:spcAft>
                <a:spcPts val="0"/>
              </a:spcAft>
              <a:buSzPts val="1400"/>
              <a:buNone/>
            </a:pPr>
            <a:r>
              <a:rPr lang="en-US" sz="1200">
                <a:latin typeface="Arial"/>
                <a:ea typeface="Arial"/>
                <a:cs typeface="Arial"/>
                <a:sym typeface="Arial"/>
              </a:rPr>
              <a:t>start from the time stamp and go forward</a:t>
            </a:r>
            <a:endParaRPr sz="1200">
              <a:latin typeface="Arial"/>
              <a:ea typeface="Arial"/>
              <a:cs typeface="Arial"/>
              <a:sym typeface="Arial"/>
            </a:endParaRPr>
          </a:p>
          <a:p>
            <a:pPr indent="0" lvl="0" marL="0" rtl="0" algn="l">
              <a:lnSpc>
                <a:spcPct val="100000"/>
              </a:lnSpc>
              <a:spcBef>
                <a:spcPts val="0"/>
              </a:spcBef>
              <a:spcAft>
                <a:spcPts val="0"/>
              </a:spcAft>
              <a:buSzPts val="1400"/>
              <a:buNone/>
            </a:pPr>
            <a:r>
              <a:rPr lang="en-US" sz="1200">
                <a:latin typeface="Arial"/>
                <a:ea typeface="Arial"/>
                <a:cs typeface="Arial"/>
                <a:sym typeface="Arial"/>
              </a:rPr>
              <a:t>header on the wireshark </a:t>
            </a:r>
            <a:endParaRPr sz="1200">
              <a:latin typeface="Arial"/>
              <a:ea typeface="Arial"/>
              <a:cs typeface="Arial"/>
              <a:sym typeface="Arial"/>
            </a:endParaRPr>
          </a:p>
          <a:p>
            <a:pPr indent="0" lvl="0" marL="0" rtl="0" algn="l">
              <a:lnSpc>
                <a:spcPct val="100000"/>
              </a:lnSpc>
              <a:spcBef>
                <a:spcPts val="0"/>
              </a:spcBef>
              <a:spcAft>
                <a:spcPts val="0"/>
              </a:spcAft>
              <a:buSzPts val="1400"/>
              <a:buNone/>
            </a:pPr>
            <a:r>
              <a:rPr lang="en-US" sz="1200">
                <a:latin typeface="Arial"/>
                <a:ea typeface="Arial"/>
                <a:cs typeface="Arial"/>
                <a:sym typeface="Arial"/>
              </a:rPr>
              <a:t>group ids in the house layout form</a:t>
            </a:r>
            <a:endParaRPr sz="1200">
              <a:latin typeface="Arial"/>
              <a:ea typeface="Arial"/>
              <a:cs typeface="Arial"/>
              <a:sym typeface="Arial"/>
            </a:endParaRPr>
          </a:p>
          <a:p>
            <a:pPr indent="0" lvl="0" marL="0" rtl="0" algn="l">
              <a:lnSpc>
                <a:spcPct val="100000"/>
              </a:lnSpc>
              <a:spcBef>
                <a:spcPts val="0"/>
              </a:spcBef>
              <a:spcAft>
                <a:spcPts val="0"/>
              </a:spcAft>
              <a:buSzPts val="1400"/>
              <a:buNone/>
            </a:pPr>
            <a:r>
              <a:rPr lang="en-US" sz="1200">
                <a:latin typeface="Arial"/>
                <a:ea typeface="Arial"/>
                <a:cs typeface="Arial"/>
                <a:sym typeface="Arial"/>
              </a:rPr>
              <a:t>Each photo has a figure #</a:t>
            </a:r>
            <a:endParaRPr sz="1200">
              <a:latin typeface="Arial"/>
              <a:ea typeface="Arial"/>
              <a:cs typeface="Arial"/>
              <a:sym typeface="Arial"/>
            </a:endParaRPr>
          </a:p>
          <a:p>
            <a:pPr indent="-304800" lvl="0" marL="457200" rtl="0" algn="l">
              <a:lnSpc>
                <a:spcPct val="100000"/>
              </a:lnSpc>
              <a:spcBef>
                <a:spcPts val="0"/>
              </a:spcBef>
              <a:spcAft>
                <a:spcPts val="0"/>
              </a:spcAft>
              <a:buClr>
                <a:schemeClr val="dk1"/>
              </a:buClr>
              <a:buSzPts val="1200"/>
              <a:buChar char="●"/>
            </a:pPr>
            <a:r>
              <a:rPr lang="en-US" sz="1200">
                <a:latin typeface="Arial"/>
                <a:ea typeface="Arial"/>
                <a:cs typeface="Arial"/>
                <a:sym typeface="Arial"/>
              </a:rPr>
              <a:t>Number of lights in each room</a:t>
            </a:r>
            <a:endParaRPr sz="1200">
              <a:latin typeface="Arial"/>
              <a:ea typeface="Arial"/>
              <a:cs typeface="Arial"/>
              <a:sym typeface="Arial"/>
            </a:endParaRPr>
          </a:p>
          <a:p>
            <a:pPr indent="-304800" lvl="0" marL="457200" rtl="0" algn="l">
              <a:lnSpc>
                <a:spcPct val="100000"/>
              </a:lnSpc>
              <a:spcBef>
                <a:spcPts val="0"/>
              </a:spcBef>
              <a:spcAft>
                <a:spcPts val="0"/>
              </a:spcAft>
              <a:buClr>
                <a:schemeClr val="dk1"/>
              </a:buClr>
              <a:buSzPts val="1200"/>
              <a:buChar char="●"/>
            </a:pPr>
            <a:r>
              <a:rPr lang="en-US" sz="1200">
                <a:latin typeface="Arial"/>
                <a:ea typeface="Arial"/>
                <a:cs typeface="Arial"/>
                <a:sym typeface="Arial"/>
              </a:rPr>
              <a:t>Hw the rooms work</a:t>
            </a:r>
            <a:endParaRPr sz="12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8" name="Shape 18"/>
        <p:cNvGrpSpPr/>
        <p:nvPr/>
      </p:nvGrpSpPr>
      <p:grpSpPr>
        <a:xfrm>
          <a:off x="0" y="0"/>
          <a:ext cx="0" cy="0"/>
          <a:chOff x="0" y="0"/>
          <a:chExt cx="0" cy="0"/>
        </a:xfrm>
      </p:grpSpPr>
      <p:sp>
        <p:nvSpPr>
          <p:cNvPr id="19" name="Google Shape;19;p2"/>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
          <p:cNvSpPr txBox="1"/>
          <p:nvPr>
            <p:ph idx="12" type="sldNum"/>
          </p:nvPr>
        </p:nvSpPr>
        <p:spPr>
          <a:xfrm>
            <a:off x="39499311" y="31089604"/>
            <a:ext cx="3657600" cy="1176620"/>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cxnSp>
        <p:nvCxnSpPr>
          <p:cNvPr id="23" name="Google Shape;23;p3"/>
          <p:cNvCxnSpPr/>
          <p:nvPr/>
        </p:nvCxnSpPr>
        <p:spPr>
          <a:xfrm>
            <a:off x="2468883" y="25679534"/>
            <a:ext cx="41422320" cy="11427"/>
          </a:xfrm>
          <a:prstGeom prst="straightConnector1">
            <a:avLst/>
          </a:prstGeom>
          <a:noFill/>
          <a:ln cap="flat" cmpd="sng" w="9525">
            <a:solidFill>
              <a:schemeClr val="accent1"/>
            </a:solidFill>
            <a:prstDash val="solid"/>
            <a:round/>
            <a:headEnd len="sm" w="sm" type="none"/>
            <a:tailEnd len="sm" w="sm" type="none"/>
          </a:ln>
        </p:spPr>
      </p:cxnSp>
      <p:sp>
        <p:nvSpPr>
          <p:cNvPr id="24" name="Google Shape;24;p3"/>
          <p:cNvSpPr txBox="1"/>
          <p:nvPr>
            <p:ph type="ctrTitle"/>
          </p:nvPr>
        </p:nvSpPr>
        <p:spPr>
          <a:xfrm>
            <a:off x="1828800" y="23296378"/>
            <a:ext cx="40599360" cy="5867399"/>
          </a:xfrm>
          <a:prstGeom prst="rect">
            <a:avLst/>
          </a:prstGeom>
          <a:noFill/>
          <a:ln>
            <a:noFill/>
          </a:ln>
        </p:spPr>
        <p:txBody>
          <a:bodyPr anchorCtr="0" anchor="t" bIns="214225" lIns="428425" spcFirstLastPara="1" rIns="428425" wrap="square" tIns="214225">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subTitle"/>
          </p:nvPr>
        </p:nvSpPr>
        <p:spPr>
          <a:xfrm>
            <a:off x="1828800" y="18653760"/>
            <a:ext cx="40599360" cy="4389120"/>
          </a:xfrm>
          <a:prstGeom prst="rect">
            <a:avLst/>
          </a:prstGeom>
          <a:noFill/>
          <a:ln>
            <a:noFill/>
          </a:ln>
        </p:spPr>
        <p:txBody>
          <a:bodyPr anchorCtr="0" anchor="b" bIns="214225" lIns="428425" spcFirstLastPara="1" rIns="428425" wrap="square" tIns="214225">
            <a:noAutofit/>
          </a:bodyPr>
          <a:lstStyle>
            <a:lvl1pPr lvl="0" algn="l">
              <a:lnSpc>
                <a:spcPct val="100000"/>
              </a:lnSpc>
              <a:spcBef>
                <a:spcPts val="2280"/>
              </a:spcBef>
              <a:spcAft>
                <a:spcPts val="0"/>
              </a:spcAft>
              <a:buSzPts val="7980"/>
              <a:buNone/>
              <a:defRPr sz="11400">
                <a:solidFill>
                  <a:srgbClr val="44332A"/>
                </a:solidFill>
              </a:defRPr>
            </a:lvl1pPr>
            <a:lvl2pPr lvl="1" algn="ctr">
              <a:lnSpc>
                <a:spcPct val="100000"/>
              </a:lnSpc>
              <a:spcBef>
                <a:spcPts val="360"/>
              </a:spcBef>
              <a:spcAft>
                <a:spcPts val="0"/>
              </a:spcAft>
              <a:buSzPts val="1260"/>
              <a:buNone/>
              <a:defRPr/>
            </a:lvl2pPr>
            <a:lvl3pPr lvl="2" algn="ctr">
              <a:lnSpc>
                <a:spcPct val="100000"/>
              </a:lnSpc>
              <a:spcBef>
                <a:spcPts val="360"/>
              </a:spcBef>
              <a:spcAft>
                <a:spcPts val="0"/>
              </a:spcAft>
              <a:buSzPts val="1260"/>
              <a:buNone/>
              <a:defRPr/>
            </a:lvl3pPr>
            <a:lvl4pPr lvl="3" algn="ctr">
              <a:lnSpc>
                <a:spcPct val="100000"/>
              </a:lnSpc>
              <a:spcBef>
                <a:spcPts val="360"/>
              </a:spcBef>
              <a:spcAft>
                <a:spcPts val="0"/>
              </a:spcAft>
              <a:buSzPts val="1260"/>
              <a:buNone/>
              <a:defRPr/>
            </a:lvl4pPr>
            <a:lvl5pPr lvl="4" algn="ctr">
              <a:lnSpc>
                <a:spcPct val="100000"/>
              </a:lnSpc>
              <a:spcBef>
                <a:spcPts val="360"/>
              </a:spcBef>
              <a:spcAft>
                <a:spcPts val="0"/>
              </a:spcAft>
              <a:buSzPts val="1080"/>
              <a:buNone/>
              <a:defRPr/>
            </a:lvl5pPr>
            <a:lvl6pPr lvl="5" algn="ctr">
              <a:lnSpc>
                <a:spcPct val="100000"/>
              </a:lnSpc>
              <a:spcBef>
                <a:spcPts val="360"/>
              </a:spcBef>
              <a:spcAft>
                <a:spcPts val="0"/>
              </a:spcAft>
              <a:buSzPts val="1080"/>
              <a:buNone/>
              <a:defRPr/>
            </a:lvl6pPr>
            <a:lvl7pPr lvl="6" algn="ctr">
              <a:lnSpc>
                <a:spcPct val="100000"/>
              </a:lnSpc>
              <a:spcBef>
                <a:spcPts val="360"/>
              </a:spcBef>
              <a:spcAft>
                <a:spcPts val="0"/>
              </a:spcAft>
              <a:buSzPts val="1080"/>
              <a:buNone/>
              <a:defRPr/>
            </a:lvl7pPr>
            <a:lvl8pPr lvl="7" algn="ctr">
              <a:lnSpc>
                <a:spcPct val="100000"/>
              </a:lnSpc>
              <a:spcBef>
                <a:spcPts val="360"/>
              </a:spcBef>
              <a:spcAft>
                <a:spcPts val="0"/>
              </a:spcAft>
              <a:buSzPts val="1080"/>
              <a:buNone/>
              <a:defRPr/>
            </a:lvl8pPr>
            <a:lvl9pPr lvl="8" algn="ctr">
              <a:lnSpc>
                <a:spcPct val="100000"/>
              </a:lnSpc>
              <a:spcBef>
                <a:spcPts val="360"/>
              </a:spcBef>
              <a:spcAft>
                <a:spcPts val="0"/>
              </a:spcAft>
              <a:buSzPts val="1080"/>
              <a:buNone/>
              <a:defRPr/>
            </a:lvl9pPr>
          </a:lstStyle>
          <a:p/>
        </p:txBody>
      </p:sp>
      <p:sp>
        <p:nvSpPr>
          <p:cNvPr id="26" name="Google Shape;26;p3"/>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2" type="sldNum"/>
          </p:nvPr>
        </p:nvSpPr>
        <p:spPr>
          <a:xfrm>
            <a:off x="39499313" y="31076156"/>
            <a:ext cx="3643747" cy="1183341"/>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4"/>
          <p:cNvSpPr txBox="1"/>
          <p:nvPr>
            <p:ph type="title"/>
          </p:nvPr>
        </p:nvSpPr>
        <p:spPr>
          <a:xfrm>
            <a:off x="1461658" y="2191875"/>
            <a:ext cx="41695252" cy="4027396"/>
          </a:xfrm>
          <a:prstGeom prst="rect">
            <a:avLst/>
          </a:prstGeom>
          <a:noFill/>
          <a:ln>
            <a:noFill/>
          </a:ln>
        </p:spPr>
        <p:txBody>
          <a:bodyPr anchorCtr="0" anchor="ctr" bIns="214225" lIns="428425" spcFirstLastPara="1" rIns="428425" wrap="square" tIns="214225">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 type="body"/>
          </p:nvPr>
        </p:nvSpPr>
        <p:spPr>
          <a:xfrm>
            <a:off x="1461658" y="7463120"/>
            <a:ext cx="41695252" cy="21723726"/>
          </a:xfrm>
          <a:prstGeom prst="rect">
            <a:avLst/>
          </a:prstGeom>
          <a:noFill/>
          <a:ln>
            <a:noFill/>
          </a:ln>
        </p:spPr>
        <p:txBody>
          <a:bodyPr anchorCtr="0" anchor="t" bIns="214225" lIns="428425" spcFirstLastPara="1" rIns="428425" wrap="square" tIns="214225">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08610" lvl="3" marL="1828800" algn="l">
              <a:lnSpc>
                <a:spcPct val="100000"/>
              </a:lnSpc>
              <a:spcBef>
                <a:spcPts val="360"/>
              </a:spcBef>
              <a:spcAft>
                <a:spcPts val="0"/>
              </a:spcAft>
              <a:buSzPts val="1260"/>
              <a:buChar char="?"/>
              <a:defRPr/>
            </a:lvl4pPr>
            <a:lvl5pPr indent="-297180" lvl="4" marL="2286000" algn="l">
              <a:lnSpc>
                <a:spcPct val="100000"/>
              </a:lnSpc>
              <a:spcBef>
                <a:spcPts val="360"/>
              </a:spcBef>
              <a:spcAft>
                <a:spcPts val="0"/>
              </a:spcAft>
              <a:buSzPts val="1080"/>
              <a:buChar char="?"/>
              <a:defRPr/>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32" name="Google Shape;32;p4"/>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17193495" y="363076"/>
            <a:ext cx="13896111"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39499313" y="31076156"/>
            <a:ext cx="3643747" cy="1183341"/>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5" name="Shape 35"/>
        <p:cNvGrpSpPr/>
        <p:nvPr/>
      </p:nvGrpSpPr>
      <p:grpSpPr>
        <a:xfrm>
          <a:off x="0" y="0"/>
          <a:ext cx="0" cy="0"/>
          <a:chOff x="0" y="0"/>
          <a:chExt cx="0" cy="0"/>
        </a:xfrm>
      </p:grpSpPr>
      <p:cxnSp>
        <p:nvCxnSpPr>
          <p:cNvPr id="36" name="Google Shape;36;p5"/>
          <p:cNvCxnSpPr/>
          <p:nvPr/>
        </p:nvCxnSpPr>
        <p:spPr>
          <a:xfrm>
            <a:off x="2468883" y="16535534"/>
            <a:ext cx="41422320" cy="11427"/>
          </a:xfrm>
          <a:prstGeom prst="straightConnector1">
            <a:avLst/>
          </a:prstGeom>
          <a:noFill/>
          <a:ln cap="flat" cmpd="sng" w="9525">
            <a:solidFill>
              <a:schemeClr val="accent1"/>
            </a:solidFill>
            <a:prstDash val="solid"/>
            <a:round/>
            <a:headEnd len="sm" w="sm" type="none"/>
            <a:tailEnd len="sm" w="sm" type="none"/>
          </a:ln>
        </p:spPr>
      </p:cxnSp>
      <p:sp>
        <p:nvSpPr>
          <p:cNvPr id="37" name="Google Shape;37;p5"/>
          <p:cNvSpPr txBox="1"/>
          <p:nvPr>
            <p:ph idx="1" type="body"/>
          </p:nvPr>
        </p:nvSpPr>
        <p:spPr>
          <a:xfrm>
            <a:off x="1828800" y="8046720"/>
            <a:ext cx="40599360" cy="5852160"/>
          </a:xfrm>
          <a:prstGeom prst="rect">
            <a:avLst/>
          </a:prstGeom>
          <a:noFill/>
          <a:ln>
            <a:noFill/>
          </a:ln>
        </p:spPr>
        <p:txBody>
          <a:bodyPr anchorCtr="0" anchor="b" bIns="214225" lIns="428425" spcFirstLastPara="1" rIns="428425" wrap="square" tIns="214225">
            <a:noAutofit/>
          </a:bodyPr>
          <a:lstStyle>
            <a:lvl1pPr indent="-228600" lvl="0" marL="457200" algn="r">
              <a:lnSpc>
                <a:spcPct val="100000"/>
              </a:lnSpc>
              <a:spcBef>
                <a:spcPts val="1860"/>
              </a:spcBef>
              <a:spcAft>
                <a:spcPts val="0"/>
              </a:spcAft>
              <a:buSzPts val="6510"/>
              <a:buNone/>
              <a:defRPr sz="9300">
                <a:solidFill>
                  <a:srgbClr val="44332A"/>
                </a:solidFill>
              </a:defRPr>
            </a:lvl1pPr>
            <a:lvl2pPr indent="-228600" lvl="1" marL="914400" algn="l">
              <a:lnSpc>
                <a:spcPct val="100000"/>
              </a:lnSpc>
              <a:spcBef>
                <a:spcPts val="1680"/>
              </a:spcBef>
              <a:spcAft>
                <a:spcPts val="0"/>
              </a:spcAft>
              <a:buSzPts val="5880"/>
              <a:buNone/>
              <a:defRPr sz="8400">
                <a:solidFill>
                  <a:srgbClr val="888888"/>
                </a:solidFill>
              </a:defRPr>
            </a:lvl2pPr>
            <a:lvl3pPr indent="-228600" lvl="2" marL="1371600" algn="l">
              <a:lnSpc>
                <a:spcPct val="100000"/>
              </a:lnSpc>
              <a:spcBef>
                <a:spcPts val="1520"/>
              </a:spcBef>
              <a:spcAft>
                <a:spcPts val="0"/>
              </a:spcAft>
              <a:buSzPts val="5320"/>
              <a:buNone/>
              <a:defRPr sz="7600">
                <a:solidFill>
                  <a:srgbClr val="888888"/>
                </a:solidFill>
              </a:defRPr>
            </a:lvl3pPr>
            <a:lvl4pPr indent="-228600" lvl="3" marL="1828800" algn="l">
              <a:lnSpc>
                <a:spcPct val="100000"/>
              </a:lnSpc>
              <a:spcBef>
                <a:spcPts val="1340"/>
              </a:spcBef>
              <a:spcAft>
                <a:spcPts val="0"/>
              </a:spcAft>
              <a:buSzPts val="4690"/>
              <a:buNone/>
              <a:defRPr sz="6700">
                <a:solidFill>
                  <a:srgbClr val="888888"/>
                </a:solidFill>
              </a:defRPr>
            </a:lvl4pPr>
            <a:lvl5pPr indent="-228600" lvl="4" marL="2286000" algn="l">
              <a:lnSpc>
                <a:spcPct val="100000"/>
              </a:lnSpc>
              <a:spcBef>
                <a:spcPts val="1340"/>
              </a:spcBef>
              <a:spcAft>
                <a:spcPts val="0"/>
              </a:spcAft>
              <a:buSzPts val="4020"/>
              <a:buNone/>
              <a:defRPr sz="6700">
                <a:solidFill>
                  <a:srgbClr val="888888"/>
                </a:solidFill>
              </a:defRPr>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38" name="Google Shape;38;p5"/>
          <p:cNvSpPr txBox="1"/>
          <p:nvPr>
            <p:ph type="title"/>
          </p:nvPr>
        </p:nvSpPr>
        <p:spPr>
          <a:xfrm>
            <a:off x="866283" y="14146013"/>
            <a:ext cx="41696640" cy="5687161"/>
          </a:xfrm>
          <a:prstGeom prst="rect">
            <a:avLst/>
          </a:prstGeom>
          <a:noFill/>
          <a:ln>
            <a:noFill/>
          </a:ln>
        </p:spPr>
        <p:txBody>
          <a:bodyPr anchorCtr="0" anchor="t" bIns="214225" lIns="428425" spcFirstLastPara="1" rIns="428425" wrap="square" tIns="214225">
            <a:norm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2" type="sldNum"/>
          </p:nvPr>
        </p:nvSpPr>
        <p:spPr>
          <a:xfrm>
            <a:off x="39499311" y="31089604"/>
            <a:ext cx="3657600" cy="1176620"/>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6"/>
          <p:cNvSpPr txBox="1"/>
          <p:nvPr>
            <p:ph type="title"/>
          </p:nvPr>
        </p:nvSpPr>
        <p:spPr>
          <a:xfrm>
            <a:off x="1448408" y="2194565"/>
            <a:ext cx="41696640" cy="4037993"/>
          </a:xfrm>
          <a:prstGeom prst="rect">
            <a:avLst/>
          </a:prstGeom>
          <a:noFill/>
          <a:ln>
            <a:noFill/>
          </a:ln>
        </p:spPr>
        <p:txBody>
          <a:bodyPr anchorCtr="0" anchor="ctr" bIns="214225" lIns="428425" spcFirstLastPara="1" rIns="428425" wrap="square" tIns="214225">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 type="body"/>
          </p:nvPr>
        </p:nvSpPr>
        <p:spPr>
          <a:xfrm>
            <a:off x="1463040" y="7680960"/>
            <a:ext cx="20116800" cy="22677120"/>
          </a:xfrm>
          <a:prstGeom prst="rect">
            <a:avLst/>
          </a:prstGeom>
          <a:noFill/>
          <a:ln>
            <a:noFill/>
          </a:ln>
        </p:spPr>
        <p:txBody>
          <a:bodyPr anchorCtr="0" anchor="t" bIns="214225" lIns="428425" spcFirstLastPara="1" rIns="428425" wrap="square" tIns="214225">
            <a:noAutofit/>
          </a:bodyPr>
          <a:lstStyle>
            <a:lvl1pPr indent="-806450" lvl="0" marL="457200" algn="l">
              <a:lnSpc>
                <a:spcPct val="100000"/>
              </a:lnSpc>
              <a:spcBef>
                <a:spcPts val="2600"/>
              </a:spcBef>
              <a:spcAft>
                <a:spcPts val="0"/>
              </a:spcAft>
              <a:buSzPts val="9100"/>
              <a:buChar char="?"/>
              <a:defRPr sz="13000"/>
            </a:lvl1pPr>
            <a:lvl2pPr indent="-735330" lvl="1" marL="914400" algn="l">
              <a:lnSpc>
                <a:spcPct val="100000"/>
              </a:lnSpc>
              <a:spcBef>
                <a:spcPts val="2280"/>
              </a:spcBef>
              <a:spcAft>
                <a:spcPts val="0"/>
              </a:spcAft>
              <a:buSzPts val="7980"/>
              <a:buChar char="?"/>
              <a:defRPr sz="11400"/>
            </a:lvl2pPr>
            <a:lvl3pPr indent="-641985" lvl="2" marL="1371600" algn="l">
              <a:lnSpc>
                <a:spcPct val="100000"/>
              </a:lnSpc>
              <a:spcBef>
                <a:spcPts val="1860"/>
              </a:spcBef>
              <a:spcAft>
                <a:spcPts val="0"/>
              </a:spcAft>
              <a:buSzPts val="6510"/>
              <a:buChar char="?"/>
              <a:defRPr sz="9300"/>
            </a:lvl3pPr>
            <a:lvl4pPr indent="-601980" lvl="3" marL="1828800" algn="l">
              <a:lnSpc>
                <a:spcPct val="100000"/>
              </a:lnSpc>
              <a:spcBef>
                <a:spcPts val="1680"/>
              </a:spcBef>
              <a:spcAft>
                <a:spcPts val="0"/>
              </a:spcAft>
              <a:buSzPts val="5880"/>
              <a:buChar char="?"/>
              <a:defRPr sz="8400"/>
            </a:lvl4pPr>
            <a:lvl5pPr indent="-548640" lvl="4" marL="2286000" algn="l">
              <a:lnSpc>
                <a:spcPct val="100000"/>
              </a:lnSpc>
              <a:spcBef>
                <a:spcPts val="1680"/>
              </a:spcBef>
              <a:spcAft>
                <a:spcPts val="0"/>
              </a:spcAft>
              <a:buSzPts val="5040"/>
              <a:buChar char="?"/>
              <a:defRPr sz="8400"/>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45" name="Google Shape;45;p6"/>
          <p:cNvSpPr txBox="1"/>
          <p:nvPr>
            <p:ph idx="2" type="body"/>
          </p:nvPr>
        </p:nvSpPr>
        <p:spPr>
          <a:xfrm>
            <a:off x="22311360" y="7680960"/>
            <a:ext cx="20848320" cy="22677120"/>
          </a:xfrm>
          <a:prstGeom prst="rect">
            <a:avLst/>
          </a:prstGeom>
          <a:noFill/>
          <a:ln>
            <a:noFill/>
          </a:ln>
        </p:spPr>
        <p:txBody>
          <a:bodyPr anchorCtr="0" anchor="t" bIns="214225" lIns="428425" spcFirstLastPara="1" rIns="428425" wrap="square" tIns="214225">
            <a:noAutofit/>
          </a:bodyPr>
          <a:lstStyle>
            <a:lvl1pPr indent="-806450" lvl="0" marL="457200" algn="l">
              <a:lnSpc>
                <a:spcPct val="100000"/>
              </a:lnSpc>
              <a:spcBef>
                <a:spcPts val="2600"/>
              </a:spcBef>
              <a:spcAft>
                <a:spcPts val="0"/>
              </a:spcAft>
              <a:buSzPts val="9100"/>
              <a:buChar char="?"/>
              <a:defRPr sz="13000"/>
            </a:lvl1pPr>
            <a:lvl2pPr indent="-735330" lvl="1" marL="914400" algn="l">
              <a:lnSpc>
                <a:spcPct val="100000"/>
              </a:lnSpc>
              <a:spcBef>
                <a:spcPts val="2280"/>
              </a:spcBef>
              <a:spcAft>
                <a:spcPts val="0"/>
              </a:spcAft>
              <a:buSzPts val="7980"/>
              <a:buChar char="?"/>
              <a:defRPr sz="11400"/>
            </a:lvl2pPr>
            <a:lvl3pPr indent="-641985" lvl="2" marL="1371600" algn="l">
              <a:lnSpc>
                <a:spcPct val="100000"/>
              </a:lnSpc>
              <a:spcBef>
                <a:spcPts val="1860"/>
              </a:spcBef>
              <a:spcAft>
                <a:spcPts val="0"/>
              </a:spcAft>
              <a:buSzPts val="6510"/>
              <a:buChar char="?"/>
              <a:defRPr sz="9300"/>
            </a:lvl3pPr>
            <a:lvl4pPr indent="-601980" lvl="3" marL="1828800" algn="l">
              <a:lnSpc>
                <a:spcPct val="100000"/>
              </a:lnSpc>
              <a:spcBef>
                <a:spcPts val="1680"/>
              </a:spcBef>
              <a:spcAft>
                <a:spcPts val="0"/>
              </a:spcAft>
              <a:buSzPts val="5880"/>
              <a:buChar char="?"/>
              <a:defRPr sz="8400"/>
            </a:lvl4pPr>
            <a:lvl5pPr indent="-548640" lvl="4" marL="2286000" algn="l">
              <a:lnSpc>
                <a:spcPct val="100000"/>
              </a:lnSpc>
              <a:spcBef>
                <a:spcPts val="1680"/>
              </a:spcBef>
              <a:spcAft>
                <a:spcPts val="0"/>
              </a:spcAft>
              <a:buSzPts val="5040"/>
              <a:buChar char="?"/>
              <a:defRPr sz="8400"/>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46" name="Google Shape;46;p6"/>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39499311" y="31089604"/>
            <a:ext cx="3657600" cy="1176620"/>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49" name="Shape 49"/>
        <p:cNvGrpSpPr/>
        <p:nvPr/>
      </p:nvGrpSpPr>
      <p:grpSpPr>
        <a:xfrm>
          <a:off x="0" y="0"/>
          <a:ext cx="0" cy="0"/>
          <a:chOff x="0" y="0"/>
          <a:chExt cx="0" cy="0"/>
        </a:xfrm>
      </p:grpSpPr>
      <p:cxnSp>
        <p:nvCxnSpPr>
          <p:cNvPr id="50" name="Google Shape;50;p7"/>
          <p:cNvCxnSpPr/>
          <p:nvPr/>
        </p:nvCxnSpPr>
        <p:spPr>
          <a:xfrm>
            <a:off x="2468883" y="28895045"/>
            <a:ext cx="41422320" cy="11427"/>
          </a:xfrm>
          <a:prstGeom prst="straightConnector1">
            <a:avLst/>
          </a:prstGeom>
          <a:noFill/>
          <a:ln cap="flat" cmpd="sng" w="9525">
            <a:solidFill>
              <a:schemeClr val="accent1"/>
            </a:solidFill>
            <a:prstDash val="solid"/>
            <a:round/>
            <a:headEnd len="sm" w="sm" type="none"/>
            <a:tailEnd len="sm" w="sm" type="none"/>
          </a:ln>
        </p:spPr>
      </p:cxnSp>
      <p:sp>
        <p:nvSpPr>
          <p:cNvPr id="51" name="Google Shape;51;p7"/>
          <p:cNvSpPr txBox="1"/>
          <p:nvPr>
            <p:ph type="title"/>
          </p:nvPr>
        </p:nvSpPr>
        <p:spPr>
          <a:xfrm>
            <a:off x="1463040" y="25968965"/>
            <a:ext cx="41330880" cy="4236721"/>
          </a:xfrm>
          <a:prstGeom prst="rect">
            <a:avLst/>
          </a:prstGeom>
          <a:noFill/>
          <a:ln>
            <a:noFill/>
          </a:ln>
        </p:spPr>
        <p:txBody>
          <a:bodyPr anchorCtr="0" anchor="ctr" bIns="214225" lIns="428425" spcFirstLastPara="1" rIns="428425" wrap="square" tIns="214225">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 type="body"/>
          </p:nvPr>
        </p:nvSpPr>
        <p:spPr>
          <a:xfrm>
            <a:off x="1350931" y="3200405"/>
            <a:ext cx="20594671" cy="3070855"/>
          </a:xfrm>
          <a:prstGeom prst="rect">
            <a:avLst/>
          </a:prstGeom>
          <a:noFill/>
          <a:ln>
            <a:noFill/>
          </a:ln>
        </p:spPr>
        <p:txBody>
          <a:bodyPr anchorCtr="0" anchor="ctr" bIns="214225" lIns="428425" spcFirstLastPara="1" rIns="428425" wrap="square" tIns="214225">
            <a:noAutofit/>
          </a:bodyPr>
          <a:lstStyle>
            <a:lvl1pPr indent="-228600" lvl="0" marL="457200" algn="l">
              <a:lnSpc>
                <a:spcPct val="100000"/>
              </a:lnSpc>
              <a:spcBef>
                <a:spcPts val="1680"/>
              </a:spcBef>
              <a:spcAft>
                <a:spcPts val="0"/>
              </a:spcAft>
              <a:buSzPts val="5880"/>
              <a:buNone/>
              <a:defRPr b="0" sz="8400" cap="none">
                <a:solidFill>
                  <a:srgbClr val="AF7621"/>
                </a:solidFill>
                <a:latin typeface="Libre Franklin Medium"/>
                <a:ea typeface="Libre Franklin Medium"/>
                <a:cs typeface="Libre Franklin Medium"/>
                <a:sym typeface="Libre Franklin Medium"/>
              </a:defRPr>
            </a:lvl1pPr>
            <a:lvl2pPr indent="-228600" lvl="1" marL="914400" algn="l">
              <a:lnSpc>
                <a:spcPct val="100000"/>
              </a:lnSpc>
              <a:spcBef>
                <a:spcPts val="1860"/>
              </a:spcBef>
              <a:spcAft>
                <a:spcPts val="0"/>
              </a:spcAft>
              <a:buSzPts val="6510"/>
              <a:buNone/>
              <a:defRPr b="1" sz="9300"/>
            </a:lvl2pPr>
            <a:lvl3pPr indent="-228600" lvl="2" marL="1371600" algn="l">
              <a:lnSpc>
                <a:spcPct val="100000"/>
              </a:lnSpc>
              <a:spcBef>
                <a:spcPts val="1680"/>
              </a:spcBef>
              <a:spcAft>
                <a:spcPts val="0"/>
              </a:spcAft>
              <a:buSzPts val="5880"/>
              <a:buNone/>
              <a:defRPr b="1" sz="8400"/>
            </a:lvl3pPr>
            <a:lvl4pPr indent="-228600" lvl="3" marL="1828800" algn="l">
              <a:lnSpc>
                <a:spcPct val="100000"/>
              </a:lnSpc>
              <a:spcBef>
                <a:spcPts val="1520"/>
              </a:spcBef>
              <a:spcAft>
                <a:spcPts val="0"/>
              </a:spcAft>
              <a:buSzPts val="5320"/>
              <a:buNone/>
              <a:defRPr b="1" sz="7600"/>
            </a:lvl4pPr>
            <a:lvl5pPr indent="-228600" lvl="4" marL="2286000" algn="l">
              <a:lnSpc>
                <a:spcPct val="100000"/>
              </a:lnSpc>
              <a:spcBef>
                <a:spcPts val="1520"/>
              </a:spcBef>
              <a:spcAft>
                <a:spcPts val="0"/>
              </a:spcAft>
              <a:buSzPts val="4560"/>
              <a:buNone/>
              <a:defRPr b="1" sz="7600"/>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53" name="Google Shape;53;p7"/>
          <p:cNvSpPr txBox="1"/>
          <p:nvPr>
            <p:ph idx="2" type="body"/>
          </p:nvPr>
        </p:nvSpPr>
        <p:spPr>
          <a:xfrm>
            <a:off x="22296126" y="3200405"/>
            <a:ext cx="20602756" cy="3070855"/>
          </a:xfrm>
          <a:prstGeom prst="rect">
            <a:avLst/>
          </a:prstGeom>
          <a:noFill/>
          <a:ln>
            <a:noFill/>
          </a:ln>
        </p:spPr>
        <p:txBody>
          <a:bodyPr anchorCtr="0" anchor="ctr" bIns="214225" lIns="428425" spcFirstLastPara="1" rIns="428425" wrap="square" tIns="214225">
            <a:noAutofit/>
          </a:bodyPr>
          <a:lstStyle>
            <a:lvl1pPr indent="-228600" lvl="0" marL="457200" algn="l">
              <a:lnSpc>
                <a:spcPct val="100000"/>
              </a:lnSpc>
              <a:spcBef>
                <a:spcPts val="1680"/>
              </a:spcBef>
              <a:spcAft>
                <a:spcPts val="0"/>
              </a:spcAft>
              <a:buSzPts val="5880"/>
              <a:buNone/>
              <a:defRPr b="0" sz="8400" cap="none">
                <a:solidFill>
                  <a:srgbClr val="AF7621"/>
                </a:solidFill>
                <a:latin typeface="Libre Franklin Medium"/>
                <a:ea typeface="Libre Franklin Medium"/>
                <a:cs typeface="Libre Franklin Medium"/>
                <a:sym typeface="Libre Franklin Medium"/>
              </a:defRPr>
            </a:lvl1pPr>
            <a:lvl2pPr indent="-228600" lvl="1" marL="914400" algn="l">
              <a:lnSpc>
                <a:spcPct val="100000"/>
              </a:lnSpc>
              <a:spcBef>
                <a:spcPts val="1860"/>
              </a:spcBef>
              <a:spcAft>
                <a:spcPts val="0"/>
              </a:spcAft>
              <a:buSzPts val="6510"/>
              <a:buNone/>
              <a:defRPr b="1" sz="9300"/>
            </a:lvl2pPr>
            <a:lvl3pPr indent="-228600" lvl="2" marL="1371600" algn="l">
              <a:lnSpc>
                <a:spcPct val="100000"/>
              </a:lnSpc>
              <a:spcBef>
                <a:spcPts val="1680"/>
              </a:spcBef>
              <a:spcAft>
                <a:spcPts val="0"/>
              </a:spcAft>
              <a:buSzPts val="5880"/>
              <a:buNone/>
              <a:defRPr b="1" sz="8400"/>
            </a:lvl3pPr>
            <a:lvl4pPr indent="-228600" lvl="3" marL="1828800" algn="l">
              <a:lnSpc>
                <a:spcPct val="100000"/>
              </a:lnSpc>
              <a:spcBef>
                <a:spcPts val="1520"/>
              </a:spcBef>
              <a:spcAft>
                <a:spcPts val="0"/>
              </a:spcAft>
              <a:buSzPts val="5320"/>
              <a:buNone/>
              <a:defRPr b="1" sz="7600"/>
            </a:lvl4pPr>
            <a:lvl5pPr indent="-228600" lvl="4" marL="2286000" algn="l">
              <a:lnSpc>
                <a:spcPct val="100000"/>
              </a:lnSpc>
              <a:spcBef>
                <a:spcPts val="1520"/>
              </a:spcBef>
              <a:spcAft>
                <a:spcPts val="0"/>
              </a:spcAft>
              <a:buSzPts val="4560"/>
              <a:buNone/>
              <a:defRPr b="1" sz="7600"/>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54" name="Google Shape;54;p7"/>
          <p:cNvSpPr txBox="1"/>
          <p:nvPr>
            <p:ph idx="3" type="body"/>
          </p:nvPr>
        </p:nvSpPr>
        <p:spPr>
          <a:xfrm>
            <a:off x="1350931" y="6316982"/>
            <a:ext cx="20594671" cy="18920465"/>
          </a:xfrm>
          <a:prstGeom prst="rect">
            <a:avLst/>
          </a:prstGeom>
          <a:noFill/>
          <a:ln>
            <a:noFill/>
          </a:ln>
        </p:spPr>
        <p:txBody>
          <a:bodyPr anchorCtr="0" anchor="t" bIns="214225" lIns="428425" spcFirstLastPara="1" rIns="428425" wrap="square" tIns="214225">
            <a:noAutofit/>
          </a:bodyPr>
          <a:lstStyle>
            <a:lvl1pPr indent="-735330" lvl="0" marL="457200" algn="l">
              <a:lnSpc>
                <a:spcPct val="100000"/>
              </a:lnSpc>
              <a:spcBef>
                <a:spcPts val="2280"/>
              </a:spcBef>
              <a:spcAft>
                <a:spcPts val="0"/>
              </a:spcAft>
              <a:buSzPts val="7980"/>
              <a:buChar char="?"/>
              <a:defRPr sz="11400"/>
            </a:lvl1pPr>
            <a:lvl2pPr indent="-641985" lvl="1" marL="914400" algn="l">
              <a:lnSpc>
                <a:spcPct val="100000"/>
              </a:lnSpc>
              <a:spcBef>
                <a:spcPts val="1860"/>
              </a:spcBef>
              <a:spcAft>
                <a:spcPts val="0"/>
              </a:spcAft>
              <a:buSzPts val="6510"/>
              <a:buChar char="?"/>
              <a:defRPr sz="9300"/>
            </a:lvl2pPr>
            <a:lvl3pPr indent="-601980" lvl="2" marL="1371600" algn="l">
              <a:lnSpc>
                <a:spcPct val="100000"/>
              </a:lnSpc>
              <a:spcBef>
                <a:spcPts val="1680"/>
              </a:spcBef>
              <a:spcAft>
                <a:spcPts val="0"/>
              </a:spcAft>
              <a:buSzPts val="5880"/>
              <a:buChar char="?"/>
              <a:defRPr sz="8400"/>
            </a:lvl3pPr>
            <a:lvl4pPr indent="-566420" lvl="3" marL="1828800" algn="l">
              <a:lnSpc>
                <a:spcPct val="100000"/>
              </a:lnSpc>
              <a:spcBef>
                <a:spcPts val="1520"/>
              </a:spcBef>
              <a:spcAft>
                <a:spcPts val="0"/>
              </a:spcAft>
              <a:buSzPts val="5320"/>
              <a:buChar char="?"/>
              <a:defRPr sz="7600"/>
            </a:lvl4pPr>
            <a:lvl5pPr indent="-518160" lvl="4" marL="2286000" algn="l">
              <a:lnSpc>
                <a:spcPct val="100000"/>
              </a:lnSpc>
              <a:spcBef>
                <a:spcPts val="1520"/>
              </a:spcBef>
              <a:spcAft>
                <a:spcPts val="0"/>
              </a:spcAft>
              <a:buSzPts val="4560"/>
              <a:buChar char="?"/>
              <a:defRPr sz="7600"/>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55" name="Google Shape;55;p7"/>
          <p:cNvSpPr txBox="1"/>
          <p:nvPr>
            <p:ph idx="4" type="body"/>
          </p:nvPr>
        </p:nvSpPr>
        <p:spPr>
          <a:xfrm>
            <a:off x="22313907" y="6316982"/>
            <a:ext cx="20584975" cy="18920465"/>
          </a:xfrm>
          <a:prstGeom prst="rect">
            <a:avLst/>
          </a:prstGeom>
          <a:noFill/>
          <a:ln>
            <a:noFill/>
          </a:ln>
        </p:spPr>
        <p:txBody>
          <a:bodyPr anchorCtr="0" anchor="t" bIns="214225" lIns="428425" spcFirstLastPara="1" rIns="428425" wrap="square" tIns="214225">
            <a:noAutofit/>
          </a:bodyPr>
          <a:lstStyle>
            <a:lvl1pPr indent="-735330" lvl="0" marL="457200" algn="l">
              <a:lnSpc>
                <a:spcPct val="100000"/>
              </a:lnSpc>
              <a:spcBef>
                <a:spcPts val="2280"/>
              </a:spcBef>
              <a:spcAft>
                <a:spcPts val="0"/>
              </a:spcAft>
              <a:buSzPts val="7980"/>
              <a:buChar char="?"/>
              <a:defRPr sz="11400"/>
            </a:lvl1pPr>
            <a:lvl2pPr indent="-641985" lvl="1" marL="914400" algn="l">
              <a:lnSpc>
                <a:spcPct val="100000"/>
              </a:lnSpc>
              <a:spcBef>
                <a:spcPts val="1860"/>
              </a:spcBef>
              <a:spcAft>
                <a:spcPts val="0"/>
              </a:spcAft>
              <a:buSzPts val="6510"/>
              <a:buChar char="?"/>
              <a:defRPr sz="9300"/>
            </a:lvl2pPr>
            <a:lvl3pPr indent="-601980" lvl="2" marL="1371600" algn="l">
              <a:lnSpc>
                <a:spcPct val="100000"/>
              </a:lnSpc>
              <a:spcBef>
                <a:spcPts val="1680"/>
              </a:spcBef>
              <a:spcAft>
                <a:spcPts val="0"/>
              </a:spcAft>
              <a:buSzPts val="5880"/>
              <a:buChar char="?"/>
              <a:defRPr sz="8400"/>
            </a:lvl3pPr>
            <a:lvl4pPr indent="-566420" lvl="3" marL="1828800" algn="l">
              <a:lnSpc>
                <a:spcPct val="100000"/>
              </a:lnSpc>
              <a:spcBef>
                <a:spcPts val="1520"/>
              </a:spcBef>
              <a:spcAft>
                <a:spcPts val="0"/>
              </a:spcAft>
              <a:buSzPts val="5320"/>
              <a:buChar char="?"/>
              <a:defRPr sz="7600"/>
            </a:lvl4pPr>
            <a:lvl5pPr indent="-518160" lvl="4" marL="2286000" algn="l">
              <a:lnSpc>
                <a:spcPct val="100000"/>
              </a:lnSpc>
              <a:spcBef>
                <a:spcPts val="1520"/>
              </a:spcBef>
              <a:spcAft>
                <a:spcPts val="0"/>
              </a:spcAft>
              <a:buSzPts val="4560"/>
              <a:buChar char="?"/>
              <a:defRPr sz="7600"/>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56" name="Google Shape;56;p7"/>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
          <p:cNvSpPr txBox="1"/>
          <p:nvPr>
            <p:ph idx="12" type="sldNum"/>
          </p:nvPr>
        </p:nvSpPr>
        <p:spPr>
          <a:xfrm>
            <a:off x="39499311" y="31089602"/>
            <a:ext cx="3657600" cy="1183341"/>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8"/>
          <p:cNvSpPr txBox="1"/>
          <p:nvPr>
            <p:ph type="title"/>
          </p:nvPr>
        </p:nvSpPr>
        <p:spPr>
          <a:xfrm>
            <a:off x="1448408" y="2194565"/>
            <a:ext cx="41696640" cy="4037993"/>
          </a:xfrm>
          <a:prstGeom prst="rect">
            <a:avLst/>
          </a:prstGeom>
          <a:noFill/>
          <a:ln>
            <a:noFill/>
          </a:ln>
        </p:spPr>
        <p:txBody>
          <a:bodyPr anchorCtr="0" anchor="ctr" bIns="214225" lIns="428425" spcFirstLastPara="1" rIns="428425" wrap="square" tIns="214225">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
          <p:cNvSpPr txBox="1"/>
          <p:nvPr>
            <p:ph idx="12" type="sldNum"/>
          </p:nvPr>
        </p:nvSpPr>
        <p:spPr>
          <a:xfrm>
            <a:off x="39499311" y="31089604"/>
            <a:ext cx="3657600" cy="1176620"/>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4" name="Shape 64"/>
        <p:cNvGrpSpPr/>
        <p:nvPr/>
      </p:nvGrpSpPr>
      <p:grpSpPr>
        <a:xfrm>
          <a:off x="0" y="0"/>
          <a:ext cx="0" cy="0"/>
          <a:chOff x="0" y="0"/>
          <a:chExt cx="0" cy="0"/>
        </a:xfrm>
      </p:grpSpPr>
      <p:cxnSp>
        <p:nvCxnSpPr>
          <p:cNvPr id="65" name="Google Shape;65;p9"/>
          <p:cNvCxnSpPr/>
          <p:nvPr/>
        </p:nvCxnSpPr>
        <p:spPr>
          <a:xfrm>
            <a:off x="2468883" y="28075766"/>
            <a:ext cx="41422320" cy="11427"/>
          </a:xfrm>
          <a:prstGeom prst="straightConnector1">
            <a:avLst/>
          </a:prstGeom>
          <a:noFill/>
          <a:ln cap="flat" cmpd="sng" w="9525">
            <a:solidFill>
              <a:schemeClr val="accent1"/>
            </a:solidFill>
            <a:prstDash val="solid"/>
            <a:round/>
            <a:headEnd len="sm" w="sm" type="none"/>
            <a:tailEnd len="sm" w="sm" type="none"/>
          </a:ln>
        </p:spPr>
      </p:cxnSp>
      <p:sp>
        <p:nvSpPr>
          <p:cNvPr id="66" name="Google Shape;66;p9"/>
          <p:cNvSpPr txBox="1"/>
          <p:nvPr>
            <p:ph type="title"/>
          </p:nvPr>
        </p:nvSpPr>
        <p:spPr>
          <a:xfrm>
            <a:off x="2194560" y="26334725"/>
            <a:ext cx="40599360" cy="2499361"/>
          </a:xfrm>
          <a:prstGeom prst="rect">
            <a:avLst/>
          </a:prstGeom>
          <a:noFill/>
          <a:ln>
            <a:noFill/>
          </a:ln>
        </p:spPr>
        <p:txBody>
          <a:bodyPr anchorCtr="0" anchor="ctr" bIns="214225" lIns="428425" spcFirstLastPara="1" rIns="428425" wrap="square" tIns="214225">
            <a:normAutofit/>
          </a:bodyPr>
          <a:lstStyle>
            <a:lvl1pPr lvl="0" algn="l">
              <a:lnSpc>
                <a:spcPct val="100000"/>
              </a:lnSpc>
              <a:spcBef>
                <a:spcPts val="0"/>
              </a:spcBef>
              <a:spcAft>
                <a:spcPts val="0"/>
              </a:spcAft>
              <a:buClr>
                <a:schemeClr val="dk2"/>
              </a:buClr>
              <a:buSzPts val="9300"/>
              <a:buFont typeface="Libre Franklin Medium"/>
              <a:buNone/>
              <a:defRPr b="1" sz="9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 type="body"/>
          </p:nvPr>
        </p:nvSpPr>
        <p:spPr>
          <a:xfrm>
            <a:off x="2194566" y="2926080"/>
            <a:ext cx="14439903" cy="23042880"/>
          </a:xfrm>
          <a:prstGeom prst="rect">
            <a:avLst/>
          </a:prstGeom>
          <a:noFill/>
          <a:ln>
            <a:noFill/>
          </a:ln>
        </p:spPr>
        <p:txBody>
          <a:bodyPr anchorCtr="0" anchor="t" bIns="214225" lIns="428425" spcFirstLastPara="1" rIns="428425" wrap="square" tIns="214225">
            <a:noAutofit/>
          </a:bodyPr>
          <a:lstStyle>
            <a:lvl1pPr indent="-228600" lvl="0" marL="457200" algn="l">
              <a:lnSpc>
                <a:spcPct val="100000"/>
              </a:lnSpc>
              <a:spcBef>
                <a:spcPts val="1340"/>
              </a:spcBef>
              <a:spcAft>
                <a:spcPts val="0"/>
              </a:spcAft>
              <a:buSzPts val="4690"/>
              <a:buNone/>
              <a:defRPr sz="6700"/>
            </a:lvl1pPr>
            <a:lvl2pPr indent="-228600" lvl="1" marL="914400" algn="l">
              <a:lnSpc>
                <a:spcPct val="100000"/>
              </a:lnSpc>
              <a:spcBef>
                <a:spcPts val="1100"/>
              </a:spcBef>
              <a:spcAft>
                <a:spcPts val="0"/>
              </a:spcAft>
              <a:buSzPts val="3850"/>
              <a:buNone/>
              <a:defRPr sz="5500"/>
            </a:lvl2pPr>
            <a:lvl3pPr indent="-228600" lvl="2" marL="1371600" algn="l">
              <a:lnSpc>
                <a:spcPct val="100000"/>
              </a:lnSpc>
              <a:spcBef>
                <a:spcPts val="920"/>
              </a:spcBef>
              <a:spcAft>
                <a:spcPts val="0"/>
              </a:spcAft>
              <a:buSzPts val="3220"/>
              <a:buNone/>
              <a:defRPr sz="4600"/>
            </a:lvl3pPr>
            <a:lvl4pPr indent="-228600" lvl="3" marL="1828800" algn="l">
              <a:lnSpc>
                <a:spcPct val="100000"/>
              </a:lnSpc>
              <a:spcBef>
                <a:spcPts val="840"/>
              </a:spcBef>
              <a:spcAft>
                <a:spcPts val="0"/>
              </a:spcAft>
              <a:buSzPts val="2940"/>
              <a:buNone/>
              <a:defRPr sz="4200"/>
            </a:lvl4pPr>
            <a:lvl5pPr indent="-228600" lvl="4" marL="2286000" algn="l">
              <a:lnSpc>
                <a:spcPct val="100000"/>
              </a:lnSpc>
              <a:spcBef>
                <a:spcPts val="840"/>
              </a:spcBef>
              <a:spcAft>
                <a:spcPts val="0"/>
              </a:spcAft>
              <a:buSzPts val="2520"/>
              <a:buNone/>
              <a:defRPr sz="4200"/>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68" name="Google Shape;68;p9"/>
          <p:cNvSpPr txBox="1"/>
          <p:nvPr>
            <p:ph idx="2" type="body"/>
          </p:nvPr>
        </p:nvSpPr>
        <p:spPr>
          <a:xfrm>
            <a:off x="17160243" y="2926080"/>
            <a:ext cx="25633680" cy="23042880"/>
          </a:xfrm>
          <a:prstGeom prst="rect">
            <a:avLst/>
          </a:prstGeom>
          <a:noFill/>
          <a:ln>
            <a:noFill/>
          </a:ln>
        </p:spPr>
        <p:txBody>
          <a:bodyPr anchorCtr="0" anchor="t" bIns="214225" lIns="428425" spcFirstLastPara="1" rIns="428425" wrap="square" tIns="214225">
            <a:noAutofit/>
          </a:bodyPr>
          <a:lstStyle>
            <a:lvl1pPr indent="-899732" lvl="0" marL="457200" algn="l">
              <a:lnSpc>
                <a:spcPct val="100000"/>
              </a:lnSpc>
              <a:spcBef>
                <a:spcPts val="3020"/>
              </a:spcBef>
              <a:spcAft>
                <a:spcPts val="0"/>
              </a:spcAft>
              <a:buSzPts val="10569"/>
              <a:buChar char="?"/>
              <a:defRPr sz="15099"/>
            </a:lvl1pPr>
            <a:lvl2pPr indent="-806450" lvl="1" marL="914400" algn="l">
              <a:lnSpc>
                <a:spcPct val="100000"/>
              </a:lnSpc>
              <a:spcBef>
                <a:spcPts val="2600"/>
              </a:spcBef>
              <a:spcAft>
                <a:spcPts val="0"/>
              </a:spcAft>
              <a:buSzPts val="9100"/>
              <a:buChar char="?"/>
              <a:defRPr sz="13000"/>
            </a:lvl2pPr>
            <a:lvl3pPr indent="-735330" lvl="2" marL="1371600" algn="l">
              <a:lnSpc>
                <a:spcPct val="100000"/>
              </a:lnSpc>
              <a:spcBef>
                <a:spcPts val="2280"/>
              </a:spcBef>
              <a:spcAft>
                <a:spcPts val="0"/>
              </a:spcAft>
              <a:buSzPts val="7980"/>
              <a:buChar char="?"/>
              <a:defRPr sz="11400"/>
            </a:lvl3pPr>
            <a:lvl4pPr indent="-641985" lvl="3" marL="1828800" algn="l">
              <a:lnSpc>
                <a:spcPct val="100000"/>
              </a:lnSpc>
              <a:spcBef>
                <a:spcPts val="1860"/>
              </a:spcBef>
              <a:spcAft>
                <a:spcPts val="0"/>
              </a:spcAft>
              <a:buSzPts val="6510"/>
              <a:buChar char="?"/>
              <a:defRPr sz="9300"/>
            </a:lvl4pPr>
            <a:lvl5pPr indent="-582930" lvl="4" marL="2286000" algn="l">
              <a:lnSpc>
                <a:spcPct val="100000"/>
              </a:lnSpc>
              <a:spcBef>
                <a:spcPts val="1860"/>
              </a:spcBef>
              <a:spcAft>
                <a:spcPts val="0"/>
              </a:spcAft>
              <a:buSzPts val="5580"/>
              <a:buChar char="?"/>
              <a:defRPr sz="9300"/>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69" name="Google Shape;69;p9"/>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
          <p:cNvSpPr txBox="1"/>
          <p:nvPr>
            <p:ph idx="12" type="sldNum"/>
          </p:nvPr>
        </p:nvSpPr>
        <p:spPr>
          <a:xfrm>
            <a:off x="39499311" y="31089604"/>
            <a:ext cx="3657600" cy="1176620"/>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2" name="Shape 72"/>
        <p:cNvGrpSpPr/>
        <p:nvPr/>
      </p:nvGrpSpPr>
      <p:grpSpPr>
        <a:xfrm>
          <a:off x="0" y="0"/>
          <a:ext cx="0" cy="0"/>
          <a:chOff x="0" y="0"/>
          <a:chExt cx="0" cy="0"/>
        </a:xfrm>
      </p:grpSpPr>
      <p:sp>
        <p:nvSpPr>
          <p:cNvPr id="73" name="Google Shape;73;p10"/>
          <p:cNvSpPr/>
          <p:nvPr>
            <p:ph idx="2" type="pic"/>
          </p:nvPr>
        </p:nvSpPr>
        <p:spPr>
          <a:xfrm>
            <a:off x="16824960" y="2959844"/>
            <a:ext cx="24140160" cy="17556480"/>
          </a:xfrm>
          <a:prstGeom prst="rect">
            <a:avLst/>
          </a:prstGeom>
          <a:solidFill>
            <a:schemeClr val="lt1"/>
          </a:solidFill>
          <a:ln cap="flat" cmpd="sng" w="9525">
            <a:solidFill>
              <a:schemeClr val="accent1"/>
            </a:solidFill>
            <a:prstDash val="solid"/>
            <a:round/>
            <a:headEnd len="sm" w="sm" type="none"/>
            <a:tailEnd len="sm" w="sm" type="none"/>
          </a:ln>
          <a:effectLst>
            <a:reflection blurRad="0" dir="5400000" dist="900" endA="500" endPos="10000" kx="0" rotWithShape="0" algn="bl" stA="49000" stPos="0" sy="-90000" ky="0"/>
          </a:effectLst>
        </p:spPr>
      </p:sp>
      <p:sp>
        <p:nvSpPr>
          <p:cNvPr id="74" name="Google Shape;74;p10"/>
          <p:cNvSpPr txBox="1"/>
          <p:nvPr>
            <p:ph type="title"/>
          </p:nvPr>
        </p:nvSpPr>
        <p:spPr>
          <a:xfrm>
            <a:off x="1828800" y="23970050"/>
            <a:ext cx="28163520" cy="2506985"/>
          </a:xfrm>
          <a:prstGeom prst="rect">
            <a:avLst/>
          </a:prstGeom>
          <a:noFill/>
          <a:ln>
            <a:noFill/>
          </a:ln>
        </p:spPr>
        <p:txBody>
          <a:bodyPr anchorCtr="0" anchor="ctr" bIns="214225" lIns="428425" spcFirstLastPara="1" rIns="428425" wrap="square" tIns="214225">
            <a:normAutofit/>
          </a:bodyPr>
          <a:lstStyle>
            <a:lvl1pPr lvl="0" algn="l">
              <a:lnSpc>
                <a:spcPct val="100000"/>
              </a:lnSpc>
              <a:spcBef>
                <a:spcPts val="0"/>
              </a:spcBef>
              <a:spcAft>
                <a:spcPts val="0"/>
              </a:spcAft>
              <a:buClr>
                <a:schemeClr val="dk2"/>
              </a:buClr>
              <a:buSzPts val="9300"/>
              <a:buFont typeface="Libre Franklin Medium"/>
              <a:buNone/>
              <a:defRPr b="1" sz="9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
          <p:cNvSpPr txBox="1"/>
          <p:nvPr>
            <p:ph idx="1" type="body"/>
          </p:nvPr>
        </p:nvSpPr>
        <p:spPr>
          <a:xfrm>
            <a:off x="1828800" y="26559450"/>
            <a:ext cx="28163520" cy="3688081"/>
          </a:xfrm>
          <a:prstGeom prst="rect">
            <a:avLst/>
          </a:prstGeom>
          <a:noFill/>
          <a:ln>
            <a:noFill/>
          </a:ln>
        </p:spPr>
        <p:txBody>
          <a:bodyPr anchorCtr="0" anchor="t" bIns="214225" lIns="514125" spcFirstLastPara="1" rIns="428425" wrap="square" tIns="0">
            <a:noAutofit/>
          </a:bodyPr>
          <a:lstStyle>
            <a:lvl1pPr indent="-228600" lvl="0" marL="457200" algn="l">
              <a:lnSpc>
                <a:spcPct val="100000"/>
              </a:lnSpc>
              <a:spcBef>
                <a:spcPts val="1340"/>
              </a:spcBef>
              <a:spcAft>
                <a:spcPts val="0"/>
              </a:spcAft>
              <a:buSzPts val="4690"/>
              <a:buNone/>
              <a:defRPr sz="6700"/>
            </a:lvl1pPr>
            <a:lvl2pPr indent="-473075" lvl="1" marL="914400" algn="l">
              <a:lnSpc>
                <a:spcPct val="100000"/>
              </a:lnSpc>
              <a:spcBef>
                <a:spcPts val="1100"/>
              </a:spcBef>
              <a:spcAft>
                <a:spcPts val="0"/>
              </a:spcAft>
              <a:buSzPts val="3850"/>
              <a:buChar char="?"/>
              <a:defRPr sz="5500"/>
            </a:lvl2pPr>
            <a:lvl3pPr indent="-433070" lvl="2" marL="1371600" algn="l">
              <a:lnSpc>
                <a:spcPct val="100000"/>
              </a:lnSpc>
              <a:spcBef>
                <a:spcPts val="920"/>
              </a:spcBef>
              <a:spcAft>
                <a:spcPts val="0"/>
              </a:spcAft>
              <a:buSzPts val="3220"/>
              <a:buChar char="?"/>
              <a:defRPr sz="4600"/>
            </a:lvl3pPr>
            <a:lvl4pPr indent="-415290" lvl="3" marL="1828800" algn="l">
              <a:lnSpc>
                <a:spcPct val="100000"/>
              </a:lnSpc>
              <a:spcBef>
                <a:spcPts val="840"/>
              </a:spcBef>
              <a:spcAft>
                <a:spcPts val="0"/>
              </a:spcAft>
              <a:buSzPts val="2940"/>
              <a:buChar char="?"/>
              <a:defRPr sz="4200"/>
            </a:lvl4pPr>
            <a:lvl5pPr indent="-388620" lvl="4" marL="2286000" algn="l">
              <a:lnSpc>
                <a:spcPct val="100000"/>
              </a:lnSpc>
              <a:spcBef>
                <a:spcPts val="840"/>
              </a:spcBef>
              <a:spcAft>
                <a:spcPts val="0"/>
              </a:spcAft>
              <a:buSzPts val="2520"/>
              <a:buChar char="?"/>
              <a:defRPr sz="4200"/>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76" name="Google Shape;76;p10"/>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
          <p:cNvSpPr txBox="1"/>
          <p:nvPr>
            <p:ph idx="12" type="sldNum"/>
          </p:nvPr>
        </p:nvSpPr>
        <p:spPr>
          <a:xfrm>
            <a:off x="39499311" y="31089604"/>
            <a:ext cx="3657600" cy="1176620"/>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11"/>
          <p:cNvSpPr txBox="1"/>
          <p:nvPr>
            <p:ph type="title"/>
          </p:nvPr>
        </p:nvSpPr>
        <p:spPr>
          <a:xfrm>
            <a:off x="1461658" y="2191875"/>
            <a:ext cx="41695252" cy="4027396"/>
          </a:xfrm>
          <a:prstGeom prst="rect">
            <a:avLst/>
          </a:prstGeom>
          <a:noFill/>
          <a:ln>
            <a:noFill/>
          </a:ln>
        </p:spPr>
        <p:txBody>
          <a:bodyPr anchorCtr="0" anchor="ctr" bIns="214225" lIns="428425" spcFirstLastPara="1" rIns="428425" wrap="square" tIns="214225">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 type="body"/>
          </p:nvPr>
        </p:nvSpPr>
        <p:spPr>
          <a:xfrm rot="5400000">
            <a:off x="11447421" y="-2522643"/>
            <a:ext cx="21723726" cy="41695252"/>
          </a:xfrm>
          <a:prstGeom prst="rect">
            <a:avLst/>
          </a:prstGeom>
          <a:noFill/>
          <a:ln>
            <a:noFill/>
          </a:ln>
        </p:spPr>
        <p:txBody>
          <a:bodyPr anchorCtr="0" anchor="t" bIns="214225" lIns="428425" spcFirstLastPara="1" rIns="428425" wrap="square" tIns="214225">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08610" lvl="3" marL="1828800" algn="l">
              <a:lnSpc>
                <a:spcPct val="100000"/>
              </a:lnSpc>
              <a:spcBef>
                <a:spcPts val="360"/>
              </a:spcBef>
              <a:spcAft>
                <a:spcPts val="0"/>
              </a:spcAft>
              <a:buSzPts val="1260"/>
              <a:buChar char="?"/>
              <a:defRPr/>
            </a:lvl4pPr>
            <a:lvl5pPr indent="-297180" lvl="4" marL="2286000" algn="l">
              <a:lnSpc>
                <a:spcPct val="100000"/>
              </a:lnSpc>
              <a:spcBef>
                <a:spcPts val="360"/>
              </a:spcBef>
              <a:spcAft>
                <a:spcPts val="0"/>
              </a:spcAft>
              <a:buSzPts val="1080"/>
              <a:buChar char="?"/>
              <a:defRPr/>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82" name="Google Shape;82;p11"/>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2" type="sldNum"/>
          </p:nvPr>
        </p:nvSpPr>
        <p:spPr>
          <a:xfrm>
            <a:off x="39499311" y="31089604"/>
            <a:ext cx="3657600" cy="1176620"/>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5" name="Shape 85"/>
        <p:cNvGrpSpPr/>
        <p:nvPr/>
      </p:nvGrpSpPr>
      <p:grpSpPr>
        <a:xfrm>
          <a:off x="0" y="0"/>
          <a:ext cx="0" cy="0"/>
          <a:chOff x="0" y="0"/>
          <a:chExt cx="0" cy="0"/>
        </a:xfrm>
      </p:grpSpPr>
      <p:sp>
        <p:nvSpPr>
          <p:cNvPr id="86" name="Google Shape;86;p12"/>
          <p:cNvSpPr txBox="1"/>
          <p:nvPr>
            <p:ph type="title"/>
          </p:nvPr>
        </p:nvSpPr>
        <p:spPr>
          <a:xfrm rot="5400000">
            <a:off x="23263861" y="12291072"/>
            <a:ext cx="28087319" cy="8778240"/>
          </a:xfrm>
          <a:prstGeom prst="rect">
            <a:avLst/>
          </a:prstGeom>
          <a:noFill/>
          <a:ln>
            <a:noFill/>
          </a:ln>
        </p:spPr>
        <p:txBody>
          <a:bodyPr anchorCtr="0" anchor="ctr" bIns="214225" lIns="428425" spcFirstLastPara="1" rIns="428425" wrap="square" tIns="214225">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2"/>
          <p:cNvSpPr txBox="1"/>
          <p:nvPr>
            <p:ph idx="1" type="body"/>
          </p:nvPr>
        </p:nvSpPr>
        <p:spPr>
          <a:xfrm rot="5400000">
            <a:off x="3147060" y="1684032"/>
            <a:ext cx="28087319" cy="29992320"/>
          </a:xfrm>
          <a:prstGeom prst="rect">
            <a:avLst/>
          </a:prstGeom>
          <a:noFill/>
          <a:ln>
            <a:noFill/>
          </a:ln>
        </p:spPr>
        <p:txBody>
          <a:bodyPr anchorCtr="0" anchor="t" bIns="214225" lIns="428425" spcFirstLastPara="1" rIns="428425" wrap="square" tIns="214225">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08610" lvl="3" marL="1828800" algn="l">
              <a:lnSpc>
                <a:spcPct val="100000"/>
              </a:lnSpc>
              <a:spcBef>
                <a:spcPts val="360"/>
              </a:spcBef>
              <a:spcAft>
                <a:spcPts val="0"/>
              </a:spcAft>
              <a:buSzPts val="1260"/>
              <a:buChar char="?"/>
              <a:defRPr/>
            </a:lvl4pPr>
            <a:lvl5pPr indent="-297180" lvl="4" marL="2286000" algn="l">
              <a:lnSpc>
                <a:spcPct val="100000"/>
              </a:lnSpc>
              <a:spcBef>
                <a:spcPts val="360"/>
              </a:spcBef>
              <a:spcAft>
                <a:spcPts val="0"/>
              </a:spcAft>
              <a:buSzPts val="1080"/>
              <a:buChar char="?"/>
              <a:defRPr/>
            </a:lvl5pPr>
            <a:lvl6pPr indent="-297180" lvl="5" marL="2743200" algn="l">
              <a:lnSpc>
                <a:spcPct val="100000"/>
              </a:lnSpc>
              <a:spcBef>
                <a:spcPts val="360"/>
              </a:spcBef>
              <a:spcAft>
                <a:spcPts val="0"/>
              </a:spcAft>
              <a:buSzPts val="1080"/>
              <a:buChar char="?"/>
              <a:defRPr/>
            </a:lvl6pPr>
            <a:lvl7pPr indent="-297180" lvl="6" marL="3200400" algn="l">
              <a:lnSpc>
                <a:spcPct val="100000"/>
              </a:lnSpc>
              <a:spcBef>
                <a:spcPts val="360"/>
              </a:spcBef>
              <a:spcAft>
                <a:spcPts val="0"/>
              </a:spcAft>
              <a:buSzPts val="1080"/>
              <a:buChar char="?"/>
              <a:defRPr/>
            </a:lvl7pPr>
            <a:lvl8pPr indent="-297180" lvl="7" marL="3657600" algn="l">
              <a:lnSpc>
                <a:spcPct val="100000"/>
              </a:lnSpc>
              <a:spcBef>
                <a:spcPts val="360"/>
              </a:spcBef>
              <a:spcAft>
                <a:spcPts val="0"/>
              </a:spcAft>
              <a:buSzPts val="1080"/>
              <a:buChar char="◆"/>
              <a:defRPr/>
            </a:lvl8pPr>
            <a:lvl9pPr indent="-297180" lvl="8" marL="4114800" algn="l">
              <a:lnSpc>
                <a:spcPct val="100000"/>
              </a:lnSpc>
              <a:spcBef>
                <a:spcPts val="360"/>
              </a:spcBef>
              <a:spcAft>
                <a:spcPts val="0"/>
              </a:spcAft>
              <a:buSzPts val="1080"/>
              <a:buChar char="◼"/>
              <a:defRPr/>
            </a:lvl9pPr>
          </a:lstStyle>
          <a:p/>
        </p:txBody>
      </p:sp>
      <p:sp>
        <p:nvSpPr>
          <p:cNvPr id="88" name="Google Shape;88;p12"/>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2" type="sldNum"/>
          </p:nvPr>
        </p:nvSpPr>
        <p:spPr>
          <a:xfrm>
            <a:off x="39499311" y="31089604"/>
            <a:ext cx="3657600" cy="1176620"/>
          </a:xfrm>
          <a:prstGeom prst="rect">
            <a:avLst/>
          </a:prstGeom>
          <a:noFill/>
          <a:ln>
            <a:noFill/>
          </a:ln>
        </p:spPr>
        <p:txBody>
          <a:bodyPr anchorCtr="0" anchor="t" bIns="214225" lIns="428425" spcFirstLastPara="1" rIns="428425" wrap="square" tIns="214225">
            <a:noAutofit/>
          </a:bodyPr>
          <a:lstStyle>
            <a:lvl1pPr indent="0" lvl="0"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cxnSp>
        <p:nvCxnSpPr>
          <p:cNvPr id="10" name="Google Shape;10;p1"/>
          <p:cNvCxnSpPr/>
          <p:nvPr/>
        </p:nvCxnSpPr>
        <p:spPr>
          <a:xfrm>
            <a:off x="2468883" y="5044319"/>
            <a:ext cx="41422320" cy="11427"/>
          </a:xfrm>
          <a:prstGeom prst="straightConnector1">
            <a:avLst/>
          </a:prstGeom>
          <a:noFill/>
          <a:ln cap="flat" cmpd="sng" w="9525">
            <a:solidFill>
              <a:schemeClr val="accent1"/>
            </a:solidFill>
            <a:prstDash val="solid"/>
            <a:round/>
            <a:headEnd len="sm" w="sm" type="none"/>
            <a:tailEnd len="sm" w="sm" type="none"/>
          </a:ln>
        </p:spPr>
      </p:cxnSp>
      <p:sp>
        <p:nvSpPr>
          <p:cNvPr id="11" name="Google Shape;11;p1"/>
          <p:cNvSpPr txBox="1"/>
          <p:nvPr>
            <p:ph idx="1" type="body"/>
          </p:nvPr>
        </p:nvSpPr>
        <p:spPr>
          <a:xfrm>
            <a:off x="1461658" y="7463120"/>
            <a:ext cx="41695252" cy="21723726"/>
          </a:xfrm>
          <a:prstGeom prst="rect">
            <a:avLst/>
          </a:prstGeom>
          <a:noFill/>
          <a:ln>
            <a:noFill/>
          </a:ln>
        </p:spPr>
        <p:txBody>
          <a:bodyPr anchorCtr="0" anchor="t" bIns="214225" lIns="428425" spcFirstLastPara="1" rIns="428425" wrap="square" tIns="214225">
            <a:noAutofit/>
          </a:bodyPr>
          <a:lstStyle>
            <a:lvl1pPr indent="-899732" lvl="0" marL="457200" marR="0" rtl="0" algn="l">
              <a:lnSpc>
                <a:spcPct val="100000"/>
              </a:lnSpc>
              <a:spcBef>
                <a:spcPts val="3020"/>
              </a:spcBef>
              <a:spcAft>
                <a:spcPts val="0"/>
              </a:spcAft>
              <a:buClr>
                <a:schemeClr val="accent1"/>
              </a:buClr>
              <a:buSzPts val="10569"/>
              <a:buFont typeface="Noto Sans Symbols"/>
              <a:buChar char="🞭"/>
              <a:defRPr b="0" i="0" sz="15099" u="none" cap="none" strike="noStrike">
                <a:solidFill>
                  <a:schemeClr val="dk2"/>
                </a:solidFill>
                <a:latin typeface="Libre Franklin"/>
                <a:ea typeface="Libre Franklin"/>
                <a:cs typeface="Libre Franklin"/>
                <a:sym typeface="Libre Franklin"/>
              </a:defRPr>
            </a:lvl1pPr>
            <a:lvl2pPr indent="-806450" lvl="1" marL="914400" marR="0" rtl="0" algn="l">
              <a:lnSpc>
                <a:spcPct val="100000"/>
              </a:lnSpc>
              <a:spcBef>
                <a:spcPts val="2600"/>
              </a:spcBef>
              <a:spcAft>
                <a:spcPts val="0"/>
              </a:spcAft>
              <a:buClr>
                <a:schemeClr val="accent1"/>
              </a:buClr>
              <a:buSzPts val="9100"/>
              <a:buFont typeface="Noto Sans Symbols"/>
              <a:buChar char="🞤"/>
              <a:defRPr b="0" i="0" sz="13000" u="none" cap="none" strike="noStrike">
                <a:solidFill>
                  <a:schemeClr val="dk2"/>
                </a:solidFill>
                <a:latin typeface="Libre Franklin"/>
                <a:ea typeface="Libre Franklin"/>
                <a:cs typeface="Libre Franklin"/>
                <a:sym typeface="Libre Franklin"/>
              </a:defRPr>
            </a:lvl2pPr>
            <a:lvl3pPr indent="-735330" lvl="2" marL="1371600" marR="0" rtl="0" algn="l">
              <a:lnSpc>
                <a:spcPct val="100000"/>
              </a:lnSpc>
              <a:spcBef>
                <a:spcPts val="2280"/>
              </a:spcBef>
              <a:spcAft>
                <a:spcPts val="0"/>
              </a:spcAft>
              <a:buClr>
                <a:schemeClr val="accent1"/>
              </a:buClr>
              <a:buSzPts val="7980"/>
              <a:buFont typeface="Noto Sans Symbols"/>
              <a:buChar char="🞫"/>
              <a:defRPr b="0" i="0" sz="11400" u="none" cap="none" strike="noStrike">
                <a:solidFill>
                  <a:schemeClr val="dk2"/>
                </a:solidFill>
                <a:latin typeface="Libre Franklin"/>
                <a:ea typeface="Libre Franklin"/>
                <a:cs typeface="Libre Franklin"/>
                <a:sym typeface="Libre Franklin"/>
              </a:defRPr>
            </a:lvl3pPr>
            <a:lvl4pPr indent="-641985" lvl="3" marL="1828800" marR="0" rtl="0" algn="l">
              <a:lnSpc>
                <a:spcPct val="100000"/>
              </a:lnSpc>
              <a:spcBef>
                <a:spcPts val="1860"/>
              </a:spcBef>
              <a:spcAft>
                <a:spcPts val="0"/>
              </a:spcAft>
              <a:buClr>
                <a:schemeClr val="accent1"/>
              </a:buClr>
              <a:buSzPts val="6510"/>
              <a:buFont typeface="Noto Sans Symbols"/>
              <a:buChar char="🞲"/>
              <a:defRPr b="0" i="0" sz="9300" u="none" cap="none" strike="noStrike">
                <a:solidFill>
                  <a:schemeClr val="dk2"/>
                </a:solidFill>
                <a:latin typeface="Libre Franklin"/>
                <a:ea typeface="Libre Franklin"/>
                <a:cs typeface="Libre Franklin"/>
                <a:sym typeface="Libre Franklin"/>
              </a:defRPr>
            </a:lvl4pPr>
            <a:lvl5pPr indent="-548640" lvl="4" marL="2286000" marR="0" rtl="0" algn="l">
              <a:lnSpc>
                <a:spcPct val="100000"/>
              </a:lnSpc>
              <a:spcBef>
                <a:spcPts val="1680"/>
              </a:spcBef>
              <a:spcAft>
                <a:spcPts val="0"/>
              </a:spcAft>
              <a:buClr>
                <a:schemeClr val="accent1"/>
              </a:buClr>
              <a:buSzPts val="5040"/>
              <a:buFont typeface="Noto Sans Symbols"/>
              <a:buChar char="🞩"/>
              <a:defRPr b="0" i="0" sz="8400" u="none" cap="none" strike="noStrike">
                <a:solidFill>
                  <a:schemeClr val="dk2"/>
                </a:solidFill>
                <a:latin typeface="Libre Franklin"/>
                <a:ea typeface="Libre Franklin"/>
                <a:cs typeface="Libre Franklin"/>
                <a:sym typeface="Libre Franklin"/>
              </a:defRPr>
            </a:lvl5pPr>
            <a:lvl6pPr indent="-548640" lvl="5" marL="2743200" marR="0" rtl="0" algn="l">
              <a:lnSpc>
                <a:spcPct val="100000"/>
              </a:lnSpc>
              <a:spcBef>
                <a:spcPts val="1680"/>
              </a:spcBef>
              <a:spcAft>
                <a:spcPts val="0"/>
              </a:spcAft>
              <a:buClr>
                <a:schemeClr val="accent1"/>
              </a:buClr>
              <a:buSzPts val="5040"/>
              <a:buFont typeface="Noto Sans Symbols"/>
              <a:buChar char="🞤"/>
              <a:defRPr b="0" i="0" sz="8400" u="none" cap="none" strike="noStrike">
                <a:solidFill>
                  <a:schemeClr val="dk2"/>
                </a:solidFill>
                <a:latin typeface="Libre Franklin"/>
                <a:ea typeface="Libre Franklin"/>
                <a:cs typeface="Libre Franklin"/>
                <a:sym typeface="Libre Franklin"/>
              </a:defRPr>
            </a:lvl6pPr>
            <a:lvl7pPr indent="-518160" lvl="6" marL="3200400" marR="0" rtl="0" algn="l">
              <a:lnSpc>
                <a:spcPct val="100000"/>
              </a:lnSpc>
              <a:spcBef>
                <a:spcPts val="1520"/>
              </a:spcBef>
              <a:spcAft>
                <a:spcPts val="0"/>
              </a:spcAft>
              <a:buClr>
                <a:schemeClr val="accent1"/>
              </a:buClr>
              <a:buSzPts val="4560"/>
              <a:buFont typeface="Noto Sans Symbols"/>
              <a:buChar char="🞲"/>
              <a:defRPr b="0" i="0" sz="7600" u="none" cap="none" strike="noStrike">
                <a:solidFill>
                  <a:schemeClr val="dk2"/>
                </a:solidFill>
                <a:latin typeface="Libre Franklin"/>
                <a:ea typeface="Libre Franklin"/>
                <a:cs typeface="Libre Franklin"/>
                <a:sym typeface="Libre Franklin"/>
              </a:defRPr>
            </a:lvl7pPr>
            <a:lvl8pPr indent="-518160" lvl="7" marL="3657600" marR="0" rtl="0" algn="l">
              <a:lnSpc>
                <a:spcPct val="100000"/>
              </a:lnSpc>
              <a:spcBef>
                <a:spcPts val="1520"/>
              </a:spcBef>
              <a:spcAft>
                <a:spcPts val="0"/>
              </a:spcAft>
              <a:buClr>
                <a:schemeClr val="accent1"/>
              </a:buClr>
              <a:buSzPts val="4560"/>
              <a:buFont typeface="Noto Sans Symbols"/>
              <a:buChar char="◆"/>
              <a:defRPr b="0" i="0" sz="7600" u="none" cap="none" strike="noStrike">
                <a:solidFill>
                  <a:schemeClr val="dk2"/>
                </a:solidFill>
                <a:latin typeface="Libre Franklin"/>
                <a:ea typeface="Libre Franklin"/>
                <a:cs typeface="Libre Franklin"/>
                <a:sym typeface="Libre Franklin"/>
              </a:defRPr>
            </a:lvl8pPr>
            <a:lvl9pPr indent="-483870" lvl="8" marL="4114800" marR="0" rtl="0" algn="l">
              <a:lnSpc>
                <a:spcPct val="100000"/>
              </a:lnSpc>
              <a:spcBef>
                <a:spcPts val="1340"/>
              </a:spcBef>
              <a:spcAft>
                <a:spcPts val="0"/>
              </a:spcAft>
              <a:buClr>
                <a:schemeClr val="accent1"/>
              </a:buClr>
              <a:buSzPts val="4020"/>
              <a:buFont typeface="Noto Sans Symbols"/>
              <a:buChar char="◼"/>
              <a:defRPr b="0" i="0" sz="6700" u="none" cap="none" strike="noStrike">
                <a:solidFill>
                  <a:schemeClr val="dk2"/>
                </a:solidFill>
                <a:latin typeface="Libre Franklin"/>
                <a:ea typeface="Libre Franklin"/>
                <a:cs typeface="Libre Franklin"/>
                <a:sym typeface="Libre Franklin"/>
              </a:defRPr>
            </a:lvl9pPr>
          </a:lstStyle>
          <a:p/>
        </p:txBody>
      </p:sp>
      <p:sp>
        <p:nvSpPr>
          <p:cNvPr id="12" name="Google Shape;12;p1"/>
          <p:cNvSpPr txBox="1"/>
          <p:nvPr>
            <p:ph idx="10" type="dt"/>
          </p:nvPr>
        </p:nvSpPr>
        <p:spPr>
          <a:xfrm>
            <a:off x="31089603" y="363076"/>
            <a:ext cx="12067311" cy="1391773"/>
          </a:xfrm>
          <a:prstGeom prst="rect">
            <a:avLst/>
          </a:prstGeom>
          <a:noFill/>
          <a:ln>
            <a:noFill/>
          </a:ln>
        </p:spPr>
        <p:txBody>
          <a:bodyPr anchorCtr="0" anchor="t" bIns="214225" lIns="428425" spcFirstLastPara="1" rIns="428425" wrap="square" tIns="214225">
            <a:noAutofit/>
          </a:bodyPr>
          <a:lstStyle>
            <a:lvl1pPr lvl="0" marR="0" rtl="0" algn="l">
              <a:lnSpc>
                <a:spcPct val="100000"/>
              </a:lnSpc>
              <a:spcBef>
                <a:spcPts val="0"/>
              </a:spcBef>
              <a:spcAft>
                <a:spcPts val="0"/>
              </a:spcAft>
              <a:buClr>
                <a:srgbClr val="000000"/>
              </a:buClr>
              <a:buSzPts val="1400"/>
              <a:buFont typeface="Arial"/>
              <a:buNone/>
              <a:defRPr b="0" i="0" sz="5500" u="none" cap="none" strike="noStrike">
                <a:solidFill>
                  <a:srgbClr val="D28E2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14997550" y="363076"/>
            <a:ext cx="16092052" cy="1391773"/>
          </a:xfrm>
          <a:prstGeom prst="rect">
            <a:avLst/>
          </a:prstGeom>
          <a:noFill/>
          <a:ln>
            <a:noFill/>
          </a:ln>
        </p:spPr>
        <p:txBody>
          <a:bodyPr anchorCtr="0" anchor="t" bIns="214225" lIns="428425" spcFirstLastPara="1" rIns="428425" wrap="square" tIns="214225">
            <a:noAutofit/>
          </a:bodyPr>
          <a:lstStyle>
            <a:lvl1pPr lvl="0" marR="0" rtl="0" algn="r">
              <a:lnSpc>
                <a:spcPct val="100000"/>
              </a:lnSpc>
              <a:spcBef>
                <a:spcPts val="0"/>
              </a:spcBef>
              <a:spcAft>
                <a:spcPts val="0"/>
              </a:spcAft>
              <a:buClr>
                <a:srgbClr val="000000"/>
              </a:buClr>
              <a:buSzPts val="1400"/>
              <a:buFont typeface="Arial"/>
              <a:buNone/>
              <a:defRPr b="0" i="0" sz="5500" u="none" cap="none" strike="noStrike">
                <a:solidFill>
                  <a:srgbClr val="D28E2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39499311" y="31089604"/>
            <a:ext cx="3657600" cy="1176620"/>
          </a:xfrm>
          <a:prstGeom prst="rect">
            <a:avLst/>
          </a:prstGeom>
          <a:noFill/>
          <a:ln>
            <a:noFill/>
          </a:ln>
        </p:spPr>
        <p:txBody>
          <a:bodyPr anchorCtr="0" anchor="t" bIns="214225" lIns="428425" spcFirstLastPara="1" rIns="428425" wrap="square" tIns="214225">
            <a:noAutofit/>
          </a:bodyPr>
          <a:lstStyle>
            <a:lvl1pPr indent="0" lvl="0" marL="0" marR="0" rtl="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5500"/>
              <a:buFont typeface="Arial"/>
              <a:buNone/>
              <a:defRPr b="0" i="0" sz="5500" u="none" cap="none" strike="noStrike">
                <a:solidFill>
                  <a:srgbClr val="D28E2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
          <p:cNvSpPr txBox="1"/>
          <p:nvPr>
            <p:ph type="title"/>
          </p:nvPr>
        </p:nvSpPr>
        <p:spPr>
          <a:xfrm>
            <a:off x="1461658" y="2191875"/>
            <a:ext cx="41695252" cy="4027396"/>
          </a:xfrm>
          <a:prstGeom prst="rect">
            <a:avLst/>
          </a:prstGeom>
          <a:noFill/>
          <a:ln>
            <a:noFill/>
          </a:ln>
        </p:spPr>
        <p:txBody>
          <a:bodyPr anchorCtr="0" anchor="ctr" bIns="214225" lIns="428425" spcFirstLastPara="1" rIns="428425" wrap="square" tIns="214225">
            <a:normAutofit/>
          </a:bodyPr>
          <a:lstStyle>
            <a:lvl1pPr lvl="0" marR="0" rtl="0" algn="l">
              <a:lnSpc>
                <a:spcPct val="100000"/>
              </a:lnSpc>
              <a:spcBef>
                <a:spcPts val="0"/>
              </a:spcBef>
              <a:spcAft>
                <a:spcPts val="0"/>
              </a:spcAft>
              <a:buClr>
                <a:srgbClr val="000000"/>
              </a:buClr>
              <a:buSzPts val="1400"/>
              <a:buFont typeface="Arial"/>
              <a:buNone/>
              <a:defRPr b="0" i="0" sz="16799" u="none" cap="none" strike="noStrike">
                <a:solidFill>
                  <a:schemeClr val="dk2"/>
                </a:solidFill>
                <a:latin typeface="Libre Franklin Medium"/>
                <a:ea typeface="Libre Franklin Medium"/>
                <a:cs typeface="Libre Franklin Medium"/>
                <a:sym typeface="Libre Franklin Medium"/>
              </a:defRPr>
            </a:lvl1pPr>
            <a:lvl2pPr lvl="1" marR="0" rtl="0" algn="l">
              <a:lnSpc>
                <a:spcPct val="100000"/>
              </a:lnSpc>
              <a:spcBef>
                <a:spcPts val="0"/>
              </a:spcBef>
              <a:spcAft>
                <a:spcPts val="0"/>
              </a:spcAft>
              <a:buClr>
                <a:srgbClr val="000000"/>
              </a:buClr>
              <a:buSzPts val="1400"/>
              <a:buFont typeface="Arial"/>
              <a:buNone/>
              <a:defRPr b="0" i="0" sz="16799" u="none" cap="none" strike="noStrike">
                <a:solidFill>
                  <a:schemeClr val="dk2"/>
                </a:solidFill>
                <a:latin typeface="Libre Franklin Medium"/>
                <a:ea typeface="Libre Franklin Medium"/>
                <a:cs typeface="Libre Franklin Medium"/>
                <a:sym typeface="Libre Franklin Medium"/>
              </a:defRPr>
            </a:lvl2pPr>
            <a:lvl3pPr lvl="2" marR="0" rtl="0" algn="l">
              <a:lnSpc>
                <a:spcPct val="100000"/>
              </a:lnSpc>
              <a:spcBef>
                <a:spcPts val="0"/>
              </a:spcBef>
              <a:spcAft>
                <a:spcPts val="0"/>
              </a:spcAft>
              <a:buClr>
                <a:srgbClr val="000000"/>
              </a:buClr>
              <a:buSzPts val="1400"/>
              <a:buFont typeface="Arial"/>
              <a:buNone/>
              <a:defRPr b="0" i="0" sz="16799" u="none" cap="none" strike="noStrike">
                <a:solidFill>
                  <a:schemeClr val="dk2"/>
                </a:solidFill>
                <a:latin typeface="Libre Franklin Medium"/>
                <a:ea typeface="Libre Franklin Medium"/>
                <a:cs typeface="Libre Franklin Medium"/>
                <a:sym typeface="Libre Franklin Medium"/>
              </a:defRPr>
            </a:lvl3pPr>
            <a:lvl4pPr lvl="3" marR="0" rtl="0" algn="l">
              <a:lnSpc>
                <a:spcPct val="100000"/>
              </a:lnSpc>
              <a:spcBef>
                <a:spcPts val="0"/>
              </a:spcBef>
              <a:spcAft>
                <a:spcPts val="0"/>
              </a:spcAft>
              <a:buClr>
                <a:srgbClr val="000000"/>
              </a:buClr>
              <a:buSzPts val="1400"/>
              <a:buFont typeface="Arial"/>
              <a:buNone/>
              <a:defRPr b="0" i="0" sz="16799" u="none" cap="none" strike="noStrike">
                <a:solidFill>
                  <a:schemeClr val="dk2"/>
                </a:solidFill>
                <a:latin typeface="Libre Franklin Medium"/>
                <a:ea typeface="Libre Franklin Medium"/>
                <a:cs typeface="Libre Franklin Medium"/>
                <a:sym typeface="Libre Franklin Medium"/>
              </a:defRPr>
            </a:lvl4pPr>
            <a:lvl5pPr lvl="4" marR="0" rtl="0" algn="l">
              <a:lnSpc>
                <a:spcPct val="100000"/>
              </a:lnSpc>
              <a:spcBef>
                <a:spcPts val="0"/>
              </a:spcBef>
              <a:spcAft>
                <a:spcPts val="0"/>
              </a:spcAft>
              <a:buClr>
                <a:srgbClr val="000000"/>
              </a:buClr>
              <a:buSzPts val="1400"/>
              <a:buFont typeface="Arial"/>
              <a:buNone/>
              <a:defRPr b="0" i="0" sz="16799" u="none" cap="none" strike="noStrike">
                <a:solidFill>
                  <a:schemeClr val="dk2"/>
                </a:solidFill>
                <a:latin typeface="Libre Franklin Medium"/>
                <a:ea typeface="Libre Franklin Medium"/>
                <a:cs typeface="Libre Franklin Medium"/>
                <a:sym typeface="Libre Franklin Medium"/>
              </a:defRPr>
            </a:lvl5pPr>
            <a:lvl6pPr lvl="5" marR="0" rtl="0" algn="l">
              <a:lnSpc>
                <a:spcPct val="100000"/>
              </a:lnSpc>
              <a:spcBef>
                <a:spcPts val="0"/>
              </a:spcBef>
              <a:spcAft>
                <a:spcPts val="0"/>
              </a:spcAft>
              <a:buClr>
                <a:srgbClr val="000000"/>
              </a:buClr>
              <a:buSzPts val="1400"/>
              <a:buFont typeface="Arial"/>
              <a:buNone/>
              <a:defRPr b="0" i="0" sz="16799" u="none" cap="none" strike="noStrike">
                <a:solidFill>
                  <a:schemeClr val="dk2"/>
                </a:solidFill>
                <a:latin typeface="Libre Franklin Medium"/>
                <a:ea typeface="Libre Franklin Medium"/>
                <a:cs typeface="Libre Franklin Medium"/>
                <a:sym typeface="Libre Franklin Medium"/>
              </a:defRPr>
            </a:lvl6pPr>
            <a:lvl7pPr lvl="6" marR="0" rtl="0" algn="l">
              <a:lnSpc>
                <a:spcPct val="100000"/>
              </a:lnSpc>
              <a:spcBef>
                <a:spcPts val="0"/>
              </a:spcBef>
              <a:spcAft>
                <a:spcPts val="0"/>
              </a:spcAft>
              <a:buClr>
                <a:srgbClr val="000000"/>
              </a:buClr>
              <a:buSzPts val="1400"/>
              <a:buFont typeface="Arial"/>
              <a:buNone/>
              <a:defRPr b="0" i="0" sz="16799" u="none" cap="none" strike="noStrike">
                <a:solidFill>
                  <a:schemeClr val="dk2"/>
                </a:solidFill>
                <a:latin typeface="Libre Franklin Medium"/>
                <a:ea typeface="Libre Franklin Medium"/>
                <a:cs typeface="Libre Franklin Medium"/>
                <a:sym typeface="Libre Franklin Medium"/>
              </a:defRPr>
            </a:lvl7pPr>
            <a:lvl8pPr lvl="7" marR="0" rtl="0" algn="l">
              <a:lnSpc>
                <a:spcPct val="100000"/>
              </a:lnSpc>
              <a:spcBef>
                <a:spcPts val="0"/>
              </a:spcBef>
              <a:spcAft>
                <a:spcPts val="0"/>
              </a:spcAft>
              <a:buClr>
                <a:srgbClr val="000000"/>
              </a:buClr>
              <a:buSzPts val="1400"/>
              <a:buFont typeface="Arial"/>
              <a:buNone/>
              <a:defRPr b="0" i="0" sz="16799" u="none" cap="none" strike="noStrike">
                <a:solidFill>
                  <a:schemeClr val="dk2"/>
                </a:solidFill>
                <a:latin typeface="Libre Franklin Medium"/>
                <a:ea typeface="Libre Franklin Medium"/>
                <a:cs typeface="Libre Franklin Medium"/>
                <a:sym typeface="Libre Franklin Medium"/>
              </a:defRPr>
            </a:lvl8pPr>
            <a:lvl9pPr lvl="8" marR="0" rtl="0" algn="l">
              <a:lnSpc>
                <a:spcPct val="100000"/>
              </a:lnSpc>
              <a:spcBef>
                <a:spcPts val="0"/>
              </a:spcBef>
              <a:spcAft>
                <a:spcPts val="0"/>
              </a:spcAft>
              <a:buClr>
                <a:srgbClr val="000000"/>
              </a:buClr>
              <a:buSzPts val="1400"/>
              <a:buFont typeface="Arial"/>
              <a:buNone/>
              <a:defRPr b="0" i="0" sz="16799" u="none" cap="none" strike="noStrike">
                <a:solidFill>
                  <a:schemeClr val="dk2"/>
                </a:solidFill>
                <a:latin typeface="Libre Franklin Medium"/>
                <a:ea typeface="Libre Franklin Medium"/>
                <a:cs typeface="Libre Franklin Medium"/>
                <a:sym typeface="Libre Franklin Medium"/>
              </a:defRPr>
            </a:lvl9pPr>
          </a:lstStyle>
          <a:p/>
        </p:txBody>
      </p:sp>
      <p:cxnSp>
        <p:nvCxnSpPr>
          <p:cNvPr id="16" name="Google Shape;16;p1"/>
          <p:cNvCxnSpPr/>
          <p:nvPr/>
        </p:nvCxnSpPr>
        <p:spPr>
          <a:xfrm>
            <a:off x="2468883" y="5044319"/>
            <a:ext cx="41422320" cy="11427"/>
          </a:xfrm>
          <a:prstGeom prst="straightConnector1">
            <a:avLst/>
          </a:prstGeom>
          <a:noFill/>
          <a:ln cap="flat" cmpd="sng" w="9525">
            <a:solidFill>
              <a:schemeClr val="accent1"/>
            </a:solidFill>
            <a:prstDash val="solid"/>
            <a:round/>
            <a:headEnd len="sm" w="sm" type="none"/>
            <a:tailEnd len="sm" w="sm" type="none"/>
          </a:ln>
        </p:spPr>
      </p:cxnSp>
      <p:cxnSp>
        <p:nvCxnSpPr>
          <p:cNvPr id="17" name="Google Shape;17;p1"/>
          <p:cNvCxnSpPr/>
          <p:nvPr/>
        </p:nvCxnSpPr>
        <p:spPr>
          <a:xfrm>
            <a:off x="2468883" y="5078339"/>
            <a:ext cx="41422320" cy="11427"/>
          </a:xfrm>
          <a:prstGeom prst="straightConnector1">
            <a:avLst/>
          </a:prstGeom>
          <a:noFill/>
          <a:ln cap="flat" cmpd="sng" w="9525">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s://arxiv.org/abs/2510.23313" TargetMode="External"/><Relationship Id="rId10" Type="http://schemas.openxmlformats.org/officeDocument/2006/relationships/image" Target="../media/image5.png"/><Relationship Id="rId9" Type="http://schemas.openxmlformats.org/officeDocument/2006/relationships/image" Target="../media/image4.png"/><Relationship Id="rId5" Type="http://schemas.openxmlformats.org/officeDocument/2006/relationships/hyperlink" Target="https://www.cisco.com/c/en/us/support/docs/lan-switching/spanning-tree-protocol/10543-chapter20.html" TargetMode="External"/><Relationship Id="rId6" Type="http://schemas.openxmlformats.org/officeDocument/2006/relationships/hyperlink" Target="https://www.andovercg.com/datasheets/sonicwall-Bridge_Mode_and_Transparent_Mode_Deployment_Guide.pdf" TargetMode="External"/><Relationship Id="rId7" Type="http://schemas.openxmlformats.org/officeDocument/2006/relationships/image" Target="../media/image3.png"/><Relationship Id="rId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3"/>
          <p:cNvSpPr/>
          <p:nvPr/>
        </p:nvSpPr>
        <p:spPr>
          <a:xfrm>
            <a:off x="13799475" y="28313650"/>
            <a:ext cx="20973900" cy="9417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0"/>
              <a:buFont typeface="Arial"/>
              <a:buNone/>
            </a:pPr>
            <a:r>
              <a:rPr b="0" i="0" lang="en-US" sz="6000" u="none" cap="none" strike="noStrike">
                <a:solidFill>
                  <a:schemeClr val="lt1"/>
                </a:solidFill>
                <a:latin typeface="Libre Franklin Medium"/>
                <a:ea typeface="Libre Franklin Medium"/>
                <a:cs typeface="Libre Franklin Medium"/>
                <a:sym typeface="Libre Franklin Medium"/>
              </a:rPr>
              <a:t>Conclusion and Future Work</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30729475" y="43450"/>
            <a:ext cx="12846300" cy="22860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chemeClr val="lt1"/>
              </a:solidFill>
              <a:latin typeface="Arial"/>
              <a:ea typeface="Arial"/>
              <a:cs typeface="Arial"/>
              <a:sym typeface="Arial"/>
            </a:endParaRPr>
          </a:p>
        </p:txBody>
      </p:sp>
      <p:sp>
        <p:nvSpPr>
          <p:cNvPr id="97" name="Google Shape;97;p13"/>
          <p:cNvSpPr/>
          <p:nvPr/>
        </p:nvSpPr>
        <p:spPr>
          <a:xfrm>
            <a:off x="285847" y="2415846"/>
            <a:ext cx="43289700" cy="14490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800"/>
              <a:buFont typeface="Arial"/>
              <a:buNone/>
            </a:pPr>
            <a:r>
              <a:rPr lang="en-US" sz="8800">
                <a:solidFill>
                  <a:schemeClr val="lt1"/>
                </a:solidFill>
                <a:latin typeface="Libre Franklin Medium"/>
                <a:ea typeface="Libre Franklin Medium"/>
                <a:cs typeface="Libre Franklin Medium"/>
                <a:sym typeface="Libre Franklin Medium"/>
              </a:rPr>
              <a:t>Raspberry Pi TAP to Monitor Layer 2 Traffic in Home Network</a:t>
            </a:r>
            <a:endParaRPr b="0" i="0" sz="1400" u="none" cap="none" strike="noStrike">
              <a:solidFill>
                <a:srgbClr val="000000"/>
              </a:solidFill>
              <a:latin typeface="Arial"/>
              <a:ea typeface="Arial"/>
              <a:cs typeface="Arial"/>
              <a:sym typeface="Arial"/>
            </a:endParaRPr>
          </a:p>
        </p:txBody>
      </p:sp>
      <p:sp>
        <p:nvSpPr>
          <p:cNvPr id="98" name="Google Shape;98;p13"/>
          <p:cNvSpPr txBox="1"/>
          <p:nvPr/>
        </p:nvSpPr>
        <p:spPr>
          <a:xfrm>
            <a:off x="23698201" y="357930"/>
            <a:ext cx="19611000" cy="1844700"/>
          </a:xfrm>
          <a:prstGeom prst="rect">
            <a:avLst/>
          </a:prstGeom>
          <a:noFill/>
          <a:ln>
            <a:noFill/>
          </a:ln>
        </p:spPr>
        <p:txBody>
          <a:bodyPr anchorCtr="0" anchor="t" bIns="44600" lIns="89200" spcFirstLastPara="1" rIns="89200" wrap="square" tIns="44600">
            <a:spAutoFit/>
          </a:bodyPr>
          <a:lstStyle/>
          <a:p>
            <a:pPr indent="0" lvl="0" marL="0" marR="0" rtl="0" algn="r">
              <a:lnSpc>
                <a:spcPct val="100000"/>
              </a:lnSpc>
              <a:spcBef>
                <a:spcPts val="0"/>
              </a:spcBef>
              <a:spcAft>
                <a:spcPts val="0"/>
              </a:spcAft>
              <a:buClr>
                <a:srgbClr val="000000"/>
              </a:buClr>
              <a:buSzPts val="3800"/>
              <a:buFont typeface="Arial"/>
              <a:buNone/>
            </a:pPr>
            <a:r>
              <a:rPr b="1" lang="en-US" sz="3800">
                <a:solidFill>
                  <a:schemeClr val="lt1"/>
                </a:solidFill>
              </a:rPr>
              <a:t>Ryan Becker</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3800"/>
              <a:buFont typeface="Arial"/>
              <a:buNone/>
            </a:pPr>
            <a:r>
              <a:rPr b="1" i="0" lang="en-US" sz="3800" u="none" cap="none" strike="noStrike">
                <a:solidFill>
                  <a:schemeClr val="lt1"/>
                </a:solidFill>
                <a:latin typeface="Arial"/>
                <a:ea typeface="Arial"/>
                <a:cs typeface="Arial"/>
                <a:sym typeface="Arial"/>
              </a:rPr>
              <a:t>Faculty Advisor: Dr. Feng Wang</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3800"/>
              <a:buFont typeface="Arial"/>
              <a:buNone/>
            </a:pPr>
            <a:r>
              <a:rPr b="1" i="0" lang="en-US" sz="3800" u="none" cap="none" strike="noStrike">
                <a:solidFill>
                  <a:schemeClr val="lt1"/>
                </a:solidFill>
                <a:latin typeface="Arial"/>
                <a:ea typeface="Arial"/>
                <a:cs typeface="Arial"/>
                <a:sym typeface="Arial"/>
              </a:rPr>
              <a:t>School of Mathematical and Natural Sciences</a:t>
            </a:r>
            <a:endParaRPr b="0" i="0" sz="1400" u="none" cap="none" strike="noStrike">
              <a:solidFill>
                <a:srgbClr val="000000"/>
              </a:solidFill>
              <a:latin typeface="Arial"/>
              <a:ea typeface="Arial"/>
              <a:cs typeface="Arial"/>
              <a:sym typeface="Arial"/>
            </a:endParaRPr>
          </a:p>
        </p:txBody>
      </p:sp>
      <p:sp>
        <p:nvSpPr>
          <p:cNvPr id="99" name="Google Shape;99;p13"/>
          <p:cNvSpPr txBox="1"/>
          <p:nvPr/>
        </p:nvSpPr>
        <p:spPr>
          <a:xfrm>
            <a:off x="13944604" y="3314704"/>
            <a:ext cx="404700" cy="1059900"/>
          </a:xfrm>
          <a:prstGeom prst="rect">
            <a:avLst/>
          </a:prstGeom>
          <a:noFill/>
          <a:ln>
            <a:noFill/>
          </a:ln>
        </p:spPr>
        <p:txBody>
          <a:bodyPr anchorCtr="0" anchor="t" bIns="44600" lIns="89200" spcFirstLastPara="1" rIns="89200" wrap="square" tIns="44600">
            <a:spAutoFit/>
          </a:bodyPr>
          <a:lstStyle/>
          <a:p>
            <a:pPr indent="0" lvl="0" marL="0" marR="0" rtl="0" algn="l">
              <a:lnSpc>
                <a:spcPct val="100000"/>
              </a:lnSpc>
              <a:spcBef>
                <a:spcPts val="0"/>
              </a:spcBef>
              <a:spcAft>
                <a:spcPts val="0"/>
              </a:spcAft>
              <a:buClr>
                <a:srgbClr val="000000"/>
              </a:buClr>
              <a:buSzPts val="6300"/>
              <a:buFont typeface="Arial"/>
              <a:buNone/>
            </a:pPr>
            <a:r>
              <a:rPr b="0" i="0" lang="en-US" sz="63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descr="NewCollegeHoriz_RGB.png" id="100" name="Google Shape;100;p13"/>
          <p:cNvPicPr preferRelativeResize="0"/>
          <p:nvPr/>
        </p:nvPicPr>
        <p:blipFill rotWithShape="1">
          <a:blip r:embed="rId3">
            <a:alphaModFix/>
          </a:blip>
          <a:srcRect b="0" l="0" r="0" t="0"/>
          <a:stretch/>
        </p:blipFill>
        <p:spPr>
          <a:xfrm>
            <a:off x="315686" y="76200"/>
            <a:ext cx="6738394" cy="2286000"/>
          </a:xfrm>
          <a:prstGeom prst="rect">
            <a:avLst/>
          </a:prstGeom>
          <a:noFill/>
          <a:ln>
            <a:noFill/>
          </a:ln>
          <a:effectLst>
            <a:outerShdw blurRad="292100" rotWithShape="0" algn="tl" dir="2700000" dist="139700">
              <a:srgbClr val="333333">
                <a:alpha val="64705"/>
              </a:srgbClr>
            </a:outerShdw>
          </a:effectLst>
        </p:spPr>
      </p:pic>
      <p:sp>
        <p:nvSpPr>
          <p:cNvPr id="101" name="Google Shape;101;p13"/>
          <p:cNvSpPr/>
          <p:nvPr/>
        </p:nvSpPr>
        <p:spPr>
          <a:xfrm>
            <a:off x="285850" y="3962400"/>
            <a:ext cx="13094400" cy="9417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0"/>
              <a:buFont typeface="Arial"/>
              <a:buNone/>
            </a:pPr>
            <a:r>
              <a:rPr b="0" i="0" lang="en-US" sz="6000" u="none" cap="none" strike="noStrike">
                <a:solidFill>
                  <a:schemeClr val="lt1"/>
                </a:solidFill>
                <a:latin typeface="Libre Franklin Medium"/>
                <a:ea typeface="Libre Franklin Medium"/>
                <a:cs typeface="Libre Franklin Medium"/>
                <a:sym typeface="Libre Franklin Medium"/>
              </a:rPr>
              <a:t>Introduction</a:t>
            </a:r>
            <a:endParaRPr b="0" i="0" sz="1400" u="none" cap="none" strike="noStrike">
              <a:solidFill>
                <a:srgbClr val="000000"/>
              </a:solidFill>
              <a:latin typeface="Arial"/>
              <a:ea typeface="Arial"/>
              <a:cs typeface="Arial"/>
              <a:sym typeface="Arial"/>
            </a:endParaRPr>
          </a:p>
        </p:txBody>
      </p:sp>
      <p:cxnSp>
        <p:nvCxnSpPr>
          <p:cNvPr id="102" name="Google Shape;102;p13"/>
          <p:cNvCxnSpPr/>
          <p:nvPr/>
        </p:nvCxnSpPr>
        <p:spPr>
          <a:xfrm>
            <a:off x="13563600" y="3968750"/>
            <a:ext cx="0" cy="28616700"/>
          </a:xfrm>
          <a:prstGeom prst="straightConnector1">
            <a:avLst/>
          </a:prstGeom>
          <a:noFill/>
          <a:ln cap="flat" cmpd="sng" w="127000">
            <a:solidFill>
              <a:srgbClr val="C00000"/>
            </a:solidFill>
            <a:prstDash val="solid"/>
            <a:round/>
            <a:headEnd len="sm" w="sm" type="none"/>
            <a:tailEnd len="sm" w="sm" type="none"/>
          </a:ln>
          <a:effectLst>
            <a:outerShdw blurRad="114300" rotWithShape="0" algn="ctr" dir="2700000" dist="50800">
              <a:srgbClr val="000000">
                <a:alpha val="42745"/>
              </a:srgbClr>
            </a:outerShdw>
          </a:effectLst>
        </p:spPr>
      </p:cxnSp>
      <p:sp>
        <p:nvSpPr>
          <p:cNvPr id="103" name="Google Shape;103;p13"/>
          <p:cNvSpPr/>
          <p:nvPr/>
        </p:nvSpPr>
        <p:spPr>
          <a:xfrm>
            <a:off x="35285595" y="28890718"/>
            <a:ext cx="8197800" cy="9417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0"/>
              <a:buFont typeface="Arial"/>
              <a:buNone/>
            </a:pPr>
            <a:r>
              <a:rPr b="0" i="0" lang="en-US" sz="6000" u="none" cap="none" strike="noStrike">
                <a:solidFill>
                  <a:schemeClr val="lt1"/>
                </a:solidFill>
                <a:latin typeface="Libre Franklin Medium"/>
                <a:ea typeface="Libre Franklin Medium"/>
                <a:cs typeface="Libre Franklin Medium"/>
                <a:sym typeface="Libre Franklin Medium"/>
              </a:rPr>
              <a:t>References</a:t>
            </a:r>
            <a:endParaRPr b="0" i="0" sz="1400" u="none" cap="none" strike="noStrike">
              <a:solidFill>
                <a:srgbClr val="000000"/>
              </a:solidFill>
              <a:latin typeface="Arial"/>
              <a:ea typeface="Arial"/>
              <a:cs typeface="Arial"/>
              <a:sym typeface="Arial"/>
            </a:endParaRPr>
          </a:p>
        </p:txBody>
      </p:sp>
      <p:sp>
        <p:nvSpPr>
          <p:cNvPr id="104" name="Google Shape;104;p13"/>
          <p:cNvSpPr/>
          <p:nvPr/>
        </p:nvSpPr>
        <p:spPr>
          <a:xfrm>
            <a:off x="13792200" y="3962400"/>
            <a:ext cx="29783400" cy="9444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0"/>
              <a:buFont typeface="Arial"/>
              <a:buNone/>
            </a:pPr>
            <a:r>
              <a:rPr b="0" i="0" lang="en-US" sz="6000" u="none" cap="none" strike="noStrike">
                <a:solidFill>
                  <a:schemeClr val="lt1"/>
                </a:solidFill>
                <a:latin typeface="Libre Franklin Medium"/>
                <a:ea typeface="Libre Franklin Medium"/>
                <a:cs typeface="Libre Franklin Medium"/>
                <a:sym typeface="Libre Franklin Medium"/>
              </a:rPr>
              <a:t>Network Traffic and the User’s Schedule</a:t>
            </a:r>
            <a:endParaRPr b="0" i="0" sz="1400" u="none" cap="none" strike="noStrike">
              <a:solidFill>
                <a:srgbClr val="000000"/>
              </a:solidFill>
              <a:latin typeface="Arial"/>
              <a:ea typeface="Arial"/>
              <a:cs typeface="Arial"/>
              <a:sym typeface="Arial"/>
            </a:endParaRPr>
          </a:p>
        </p:txBody>
      </p:sp>
      <p:cxnSp>
        <p:nvCxnSpPr>
          <p:cNvPr id="105" name="Google Shape;105;p13"/>
          <p:cNvCxnSpPr/>
          <p:nvPr/>
        </p:nvCxnSpPr>
        <p:spPr>
          <a:xfrm>
            <a:off x="35052000" y="28388650"/>
            <a:ext cx="0" cy="4301100"/>
          </a:xfrm>
          <a:prstGeom prst="straightConnector1">
            <a:avLst/>
          </a:prstGeom>
          <a:noFill/>
          <a:ln cap="flat" cmpd="sng" w="127000">
            <a:solidFill>
              <a:srgbClr val="C00000"/>
            </a:solidFill>
            <a:prstDash val="solid"/>
            <a:round/>
            <a:headEnd len="sm" w="sm" type="none"/>
            <a:tailEnd len="sm" w="sm" type="none"/>
          </a:ln>
          <a:effectLst>
            <a:outerShdw blurRad="114300" rotWithShape="0" algn="ctr" dir="2700000" dist="50800">
              <a:srgbClr val="000000">
                <a:alpha val="42745"/>
              </a:srgbClr>
            </a:outerShdw>
          </a:effectLst>
        </p:spPr>
      </p:cxnSp>
      <p:cxnSp>
        <p:nvCxnSpPr>
          <p:cNvPr id="106" name="Google Shape;106;p13"/>
          <p:cNvCxnSpPr/>
          <p:nvPr/>
        </p:nvCxnSpPr>
        <p:spPr>
          <a:xfrm>
            <a:off x="28773125" y="5068650"/>
            <a:ext cx="0" cy="22988700"/>
          </a:xfrm>
          <a:prstGeom prst="straightConnector1">
            <a:avLst/>
          </a:prstGeom>
          <a:noFill/>
          <a:ln cap="flat" cmpd="sng" w="127000">
            <a:solidFill>
              <a:srgbClr val="C00000"/>
            </a:solidFill>
            <a:prstDash val="solid"/>
            <a:round/>
            <a:headEnd len="sm" w="sm" type="none"/>
            <a:tailEnd len="sm" w="sm" type="none"/>
          </a:ln>
          <a:effectLst>
            <a:outerShdw blurRad="114300" rotWithShape="0" algn="ctr" dir="2700000" dist="50800">
              <a:srgbClr val="000000">
                <a:alpha val="42745"/>
              </a:srgbClr>
            </a:outerShdw>
          </a:effectLst>
        </p:spPr>
      </p:cxnSp>
      <p:sp>
        <p:nvSpPr>
          <p:cNvPr id="107" name="Google Shape;107;p13"/>
          <p:cNvSpPr/>
          <p:nvPr/>
        </p:nvSpPr>
        <p:spPr>
          <a:xfrm>
            <a:off x="28964025" y="5004325"/>
            <a:ext cx="14611800" cy="9444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lang="en-US" sz="5400">
                <a:solidFill>
                  <a:schemeClr val="lt1"/>
                </a:solidFill>
                <a:latin typeface="Libre Franklin Medium"/>
                <a:ea typeface="Libre Franklin Medium"/>
                <a:cs typeface="Libre Franklin Medium"/>
                <a:sym typeface="Libre Franklin Medium"/>
              </a:rPr>
              <a:t>Layer 2</a:t>
            </a:r>
            <a:r>
              <a:rPr b="0" i="0" lang="en-US" sz="5400" u="none" cap="none" strike="noStrike">
                <a:solidFill>
                  <a:schemeClr val="lt1"/>
                </a:solidFill>
                <a:latin typeface="Libre Franklin Medium"/>
                <a:ea typeface="Libre Franklin Medium"/>
                <a:cs typeface="Libre Franklin Medium"/>
                <a:sym typeface="Libre Franklin Medium"/>
              </a:rPr>
              <a:t> Traffic Analysis</a:t>
            </a:r>
            <a:endParaRPr b="0" i="0" sz="1400" u="none" cap="none" strike="noStrike">
              <a:solidFill>
                <a:srgbClr val="000000"/>
              </a:solidFill>
              <a:latin typeface="Arial"/>
              <a:ea typeface="Arial"/>
              <a:cs typeface="Arial"/>
              <a:sym typeface="Arial"/>
            </a:endParaRPr>
          </a:p>
        </p:txBody>
      </p:sp>
      <p:sp>
        <p:nvSpPr>
          <p:cNvPr id="108" name="Google Shape;108;p13"/>
          <p:cNvSpPr/>
          <p:nvPr/>
        </p:nvSpPr>
        <p:spPr>
          <a:xfrm>
            <a:off x="13811738" y="19725275"/>
            <a:ext cx="14713200" cy="7314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lang="en-US" sz="5400">
                <a:solidFill>
                  <a:schemeClr val="lt1"/>
                </a:solidFill>
                <a:latin typeface="Libre Franklin Medium"/>
                <a:ea typeface="Libre Franklin Medium"/>
                <a:cs typeface="Libre Franklin Medium"/>
                <a:sym typeface="Libre Franklin Medium"/>
              </a:rPr>
              <a:t>Core Server Logic to Acheive TAP</a:t>
            </a:r>
            <a:endParaRPr b="0" i="0" sz="1400" u="none" cap="none" strike="noStrike">
              <a:solidFill>
                <a:srgbClr val="000000"/>
              </a:solidFill>
              <a:latin typeface="Arial"/>
              <a:ea typeface="Arial"/>
              <a:cs typeface="Arial"/>
              <a:sym typeface="Arial"/>
            </a:endParaRPr>
          </a:p>
        </p:txBody>
      </p:sp>
      <p:sp>
        <p:nvSpPr>
          <p:cNvPr id="109" name="Google Shape;109;p13"/>
          <p:cNvSpPr txBox="1"/>
          <p:nvPr/>
        </p:nvSpPr>
        <p:spPr>
          <a:xfrm>
            <a:off x="34562150" y="29832425"/>
            <a:ext cx="9797100" cy="3924300"/>
          </a:xfrm>
          <a:prstGeom prst="rect">
            <a:avLst/>
          </a:prstGeom>
          <a:noFill/>
          <a:ln>
            <a:noFill/>
          </a:ln>
        </p:spPr>
        <p:txBody>
          <a:bodyPr anchorCtr="0" anchor="t" bIns="0" lIns="731500" spcFirstLastPara="1" rIns="731500" wrap="square" tIns="0">
            <a:noAutofit/>
          </a:bodyPr>
          <a:lstStyle/>
          <a:p>
            <a:pPr indent="-431800" lvl="0" marL="457200" marR="0" rtl="0" algn="just">
              <a:lnSpc>
                <a:spcPct val="100000"/>
              </a:lnSpc>
              <a:spcBef>
                <a:spcPts val="0"/>
              </a:spcBef>
              <a:spcAft>
                <a:spcPts val="0"/>
              </a:spcAft>
              <a:buClr>
                <a:schemeClr val="dk1"/>
              </a:buClr>
              <a:buSzPts val="2800"/>
              <a:buFont typeface="Arial"/>
              <a:buChar char="•"/>
            </a:pPr>
            <a:r>
              <a:rPr lang="en-US" sz="2800" u="sng">
                <a:solidFill>
                  <a:schemeClr val="hlink"/>
                </a:solidFill>
                <a:hlinkClick r:id="rId4"/>
              </a:rPr>
              <a:t>https://arxiv.org/abs/2510.23313</a:t>
            </a:r>
            <a:endParaRPr b="0" i="0" sz="2800" u="none" cap="none" strike="noStrike">
              <a:solidFill>
                <a:schemeClr val="dk1"/>
              </a:solidFill>
              <a:latin typeface="Arial"/>
              <a:ea typeface="Arial"/>
              <a:cs typeface="Arial"/>
              <a:sym typeface="Arial"/>
            </a:endParaRPr>
          </a:p>
          <a:p>
            <a:pPr indent="-431800" lvl="0" marL="457200" marR="0" rtl="0" algn="just">
              <a:lnSpc>
                <a:spcPct val="100000"/>
              </a:lnSpc>
              <a:spcBef>
                <a:spcPts val="0"/>
              </a:spcBef>
              <a:spcAft>
                <a:spcPts val="0"/>
              </a:spcAft>
              <a:buClr>
                <a:schemeClr val="dk1"/>
              </a:buClr>
              <a:buSzPts val="2800"/>
              <a:buFont typeface="Arial"/>
              <a:buChar char="•"/>
            </a:pPr>
            <a:r>
              <a:rPr lang="en-US" sz="2800" u="sng">
                <a:solidFill>
                  <a:schemeClr val="hlink"/>
                </a:solidFill>
                <a:hlinkClick r:id="rId5"/>
              </a:rPr>
              <a:t>https://www.cisco.com/c/en/us/support/docs/lan-switching/spanning-tree-protocol/10543-chapter20.html</a:t>
            </a:r>
            <a:endParaRPr b="0" i="0" sz="2800" u="none" cap="none" strike="noStrike">
              <a:solidFill>
                <a:schemeClr val="dk1"/>
              </a:solidFill>
              <a:latin typeface="Arial"/>
              <a:ea typeface="Arial"/>
              <a:cs typeface="Arial"/>
              <a:sym typeface="Arial"/>
            </a:endParaRPr>
          </a:p>
          <a:p>
            <a:pPr indent="-431800" lvl="0" marL="457200" marR="0" rtl="0" algn="just">
              <a:lnSpc>
                <a:spcPct val="100000"/>
              </a:lnSpc>
              <a:spcBef>
                <a:spcPts val="0"/>
              </a:spcBef>
              <a:spcAft>
                <a:spcPts val="0"/>
              </a:spcAft>
              <a:buClr>
                <a:schemeClr val="dk1"/>
              </a:buClr>
              <a:buSzPts val="2800"/>
              <a:buFont typeface="Arial"/>
              <a:buChar char="•"/>
            </a:pPr>
            <a:r>
              <a:rPr lang="en-US" sz="2800" u="sng">
                <a:solidFill>
                  <a:schemeClr val="hlink"/>
                </a:solidFill>
                <a:hlinkClick r:id="rId6"/>
              </a:rPr>
              <a:t>https://www.andovercg.com/datasheets/sonicwall-Bridge_Mode_and_Transparent_Mode_Deployment_Guide.pdf</a:t>
            </a:r>
            <a:endParaRPr b="0" i="0" sz="2800" u="none" cap="none" strike="noStrike">
              <a:solidFill>
                <a:schemeClr val="dk1"/>
              </a:solidFill>
              <a:latin typeface="Arial"/>
              <a:ea typeface="Arial"/>
              <a:cs typeface="Arial"/>
              <a:sym typeface="Arial"/>
            </a:endParaRPr>
          </a:p>
        </p:txBody>
      </p:sp>
      <p:sp>
        <p:nvSpPr>
          <p:cNvPr id="110" name="Google Shape;110;p13"/>
          <p:cNvSpPr txBox="1"/>
          <p:nvPr/>
        </p:nvSpPr>
        <p:spPr>
          <a:xfrm>
            <a:off x="29281425" y="17183088"/>
            <a:ext cx="1407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ibre Franklin"/>
              <a:ea typeface="Libre Franklin"/>
              <a:cs typeface="Libre Franklin"/>
              <a:sym typeface="Libre Franklin"/>
            </a:endParaRPr>
          </a:p>
        </p:txBody>
      </p:sp>
      <p:sp>
        <p:nvSpPr>
          <p:cNvPr id="111" name="Google Shape;111;p13"/>
          <p:cNvSpPr/>
          <p:nvPr/>
        </p:nvSpPr>
        <p:spPr>
          <a:xfrm>
            <a:off x="285900" y="13258800"/>
            <a:ext cx="13094400" cy="9444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0"/>
              <a:buFont typeface="Arial"/>
              <a:buNone/>
            </a:pPr>
            <a:r>
              <a:rPr lang="en-US" sz="6000">
                <a:solidFill>
                  <a:schemeClr val="lt1"/>
                </a:solidFill>
                <a:latin typeface="Libre Franklin Medium"/>
                <a:ea typeface="Libre Franklin Medium"/>
                <a:cs typeface="Libre Franklin Medium"/>
                <a:sym typeface="Libre Franklin Medium"/>
              </a:rPr>
              <a:t>What is an IDS?</a:t>
            </a:r>
            <a:endParaRPr b="0" i="0" sz="1400" u="none" cap="none" strike="noStrike">
              <a:solidFill>
                <a:srgbClr val="000000"/>
              </a:solidFill>
              <a:latin typeface="Arial"/>
              <a:ea typeface="Arial"/>
              <a:cs typeface="Arial"/>
              <a:sym typeface="Arial"/>
            </a:endParaRPr>
          </a:p>
        </p:txBody>
      </p:sp>
      <p:sp>
        <p:nvSpPr>
          <p:cNvPr id="112" name="Google Shape;112;p13"/>
          <p:cNvSpPr/>
          <p:nvPr/>
        </p:nvSpPr>
        <p:spPr>
          <a:xfrm>
            <a:off x="285850" y="20595188"/>
            <a:ext cx="13094400" cy="7314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lang="en-US" sz="5400">
                <a:solidFill>
                  <a:schemeClr val="lt1"/>
                </a:solidFill>
                <a:latin typeface="Libre Franklin Medium"/>
                <a:ea typeface="Libre Franklin Medium"/>
                <a:cs typeface="Libre Franklin Medium"/>
                <a:sym typeface="Libre Franklin Medium"/>
              </a:rPr>
              <a:t>Discord IDS Alerts</a:t>
            </a:r>
            <a:endParaRPr b="0" i="0" sz="1400" u="none" cap="none" strike="noStrike">
              <a:solidFill>
                <a:srgbClr val="000000"/>
              </a:solidFill>
              <a:latin typeface="Arial"/>
              <a:ea typeface="Arial"/>
              <a:cs typeface="Arial"/>
              <a:sym typeface="Arial"/>
            </a:endParaRPr>
          </a:p>
        </p:txBody>
      </p:sp>
      <p:sp>
        <p:nvSpPr>
          <p:cNvPr id="113" name="Google Shape;113;p13"/>
          <p:cNvSpPr txBox="1"/>
          <p:nvPr/>
        </p:nvSpPr>
        <p:spPr>
          <a:xfrm>
            <a:off x="-352325" y="4938813"/>
            <a:ext cx="14173200" cy="8487000"/>
          </a:xfrm>
          <a:prstGeom prst="rect">
            <a:avLst/>
          </a:prstGeom>
          <a:noFill/>
          <a:ln>
            <a:noFill/>
          </a:ln>
        </p:spPr>
        <p:txBody>
          <a:bodyPr anchorCtr="0" anchor="t" bIns="0" lIns="731500" spcFirstLastPara="1" rIns="731500" wrap="square" tIns="0">
            <a:noAutofit/>
          </a:bodyPr>
          <a:lstStyle/>
          <a:p>
            <a:pPr indent="457200" lvl="0" marL="0" marR="0" rtl="0" algn="l">
              <a:lnSpc>
                <a:spcPct val="107916"/>
              </a:lnSpc>
              <a:spcBef>
                <a:spcPts val="0"/>
              </a:spcBef>
              <a:spcAft>
                <a:spcPts val="0"/>
              </a:spcAft>
              <a:buClr>
                <a:srgbClr val="000000"/>
              </a:buClr>
              <a:buSzPts val="1100"/>
              <a:buFont typeface="Arial"/>
              <a:buNone/>
            </a:pPr>
            <a:r>
              <a:t/>
            </a:r>
            <a:endParaRPr sz="1100">
              <a:solidFill>
                <a:schemeClr val="dk1"/>
              </a:solidFill>
            </a:endParaRPr>
          </a:p>
          <a:p>
            <a:pPr indent="457200" lvl="0" marL="0" marR="0" rtl="0" algn="l">
              <a:lnSpc>
                <a:spcPct val="107916"/>
              </a:lnSpc>
              <a:spcBef>
                <a:spcPts val="0"/>
              </a:spcBef>
              <a:spcAft>
                <a:spcPts val="0"/>
              </a:spcAft>
              <a:buClr>
                <a:srgbClr val="000000"/>
              </a:buClr>
              <a:buSzPts val="1100"/>
              <a:buFont typeface="Arial"/>
              <a:buNone/>
            </a:pPr>
            <a:r>
              <a:t/>
            </a:r>
            <a:endParaRPr sz="1100">
              <a:solidFill>
                <a:schemeClr val="dk1"/>
              </a:solidFill>
            </a:endParaRPr>
          </a:p>
          <a:p>
            <a:pPr indent="457200" lvl="0" marL="0" marR="0" rtl="0" algn="l">
              <a:lnSpc>
                <a:spcPct val="107916"/>
              </a:lnSpc>
              <a:spcBef>
                <a:spcPts val="0"/>
              </a:spcBef>
              <a:spcAft>
                <a:spcPts val="0"/>
              </a:spcAft>
              <a:buClr>
                <a:srgbClr val="000000"/>
              </a:buClr>
              <a:buSzPts val="1100"/>
              <a:buFont typeface="Arial"/>
              <a:buNone/>
            </a:pPr>
            <a:r>
              <a:t/>
            </a:r>
            <a:endParaRPr sz="1100">
              <a:solidFill>
                <a:schemeClr val="dk1"/>
              </a:solidFill>
            </a:endParaRPr>
          </a:p>
          <a:p>
            <a:pPr indent="457200" lvl="0" marL="0" marR="0" rtl="0" algn="l">
              <a:lnSpc>
                <a:spcPct val="107916"/>
              </a:lnSpc>
              <a:spcBef>
                <a:spcPts val="0"/>
              </a:spcBef>
              <a:spcAft>
                <a:spcPts val="0"/>
              </a:spcAft>
              <a:buClr>
                <a:srgbClr val="000000"/>
              </a:buClr>
              <a:buSzPts val="1100"/>
              <a:buFont typeface="Arial"/>
              <a:buNone/>
            </a:pPr>
            <a:r>
              <a:rPr lang="en-US" sz="3200">
                <a:solidFill>
                  <a:schemeClr val="dk1"/>
                </a:solidFill>
              </a:rPr>
              <a:t>Throughout this project, creation of a Network IDS was an ultimate goal. After performing a few attacks like ARP poisoning and Man in the Middle attacks, monitoring what </a:t>
            </a:r>
            <a:r>
              <a:rPr lang="en-US" sz="3200">
                <a:solidFill>
                  <a:schemeClr val="dk1"/>
                </a:solidFill>
              </a:rPr>
              <a:t>occurred</a:t>
            </a:r>
            <a:r>
              <a:rPr lang="en-US" sz="3200">
                <a:solidFill>
                  <a:schemeClr val="dk1"/>
                </a:solidFill>
              </a:rPr>
              <a:t> during these attacks was then an essential task. Initial creation of a IDS that used rules to alert in Discord was done, but a key observation of the traffic being captured was not capturing the data link layer (Layer 2). The traffic and alerts were only </a:t>
            </a:r>
            <a:r>
              <a:rPr lang="en-US" sz="3200">
                <a:solidFill>
                  <a:schemeClr val="dk1"/>
                </a:solidFill>
              </a:rPr>
              <a:t>occurring</a:t>
            </a:r>
            <a:r>
              <a:rPr lang="en-US" sz="3200">
                <a:solidFill>
                  <a:schemeClr val="dk1"/>
                </a:solidFill>
              </a:rPr>
              <a:t> on the Network Layer and Transport Layer so ARP packets are missed leading to missed ARP Poisoning.. </a:t>
            </a:r>
            <a:endParaRPr sz="3200">
              <a:solidFill>
                <a:schemeClr val="dk1"/>
              </a:solidFill>
            </a:endParaRPr>
          </a:p>
          <a:p>
            <a:pPr indent="457200" lvl="0" marL="0" marR="0" rtl="0" algn="l">
              <a:lnSpc>
                <a:spcPct val="107916"/>
              </a:lnSpc>
              <a:spcBef>
                <a:spcPts val="0"/>
              </a:spcBef>
              <a:spcAft>
                <a:spcPts val="0"/>
              </a:spcAft>
              <a:buClr>
                <a:srgbClr val="000000"/>
              </a:buClr>
              <a:buSzPts val="1100"/>
              <a:buFont typeface="Arial"/>
              <a:buNone/>
            </a:pPr>
            <a:r>
              <a:rPr lang="en-US" sz="3200">
                <a:solidFill>
                  <a:schemeClr val="dk1"/>
                </a:solidFill>
              </a:rPr>
              <a:t>With this limitation, the new core goal was to overcome these limitations </a:t>
            </a:r>
            <a:r>
              <a:rPr lang="en-US" sz="3200">
                <a:solidFill>
                  <a:schemeClr val="dk1"/>
                </a:solidFill>
              </a:rPr>
              <a:t>to see</a:t>
            </a:r>
            <a:r>
              <a:rPr lang="en-US" sz="3200">
                <a:solidFill>
                  <a:schemeClr val="dk1"/>
                </a:solidFill>
              </a:rPr>
              <a:t> data link layer traffic. By creating a transparent data link layer bridge between my router and a “Test_AP” using a Raspberry PI. When a client connects to the secondary AP the PI running the data link layer bridge, ultimately leading to capturing data link layer packets.  </a:t>
            </a:r>
            <a:endParaRPr sz="3200">
              <a:solidFill>
                <a:schemeClr val="dk1"/>
              </a:solidFill>
            </a:endParaRPr>
          </a:p>
        </p:txBody>
      </p:sp>
      <p:sp>
        <p:nvSpPr>
          <p:cNvPr id="114" name="Google Shape;114;p13"/>
          <p:cNvSpPr txBox="1"/>
          <p:nvPr/>
        </p:nvSpPr>
        <p:spPr>
          <a:xfrm>
            <a:off x="13151750" y="29255475"/>
            <a:ext cx="22052700" cy="4729800"/>
          </a:xfrm>
          <a:prstGeom prst="rect">
            <a:avLst/>
          </a:prstGeom>
          <a:noFill/>
          <a:ln>
            <a:noFill/>
          </a:ln>
        </p:spPr>
        <p:txBody>
          <a:bodyPr anchorCtr="0" anchor="t" bIns="0" lIns="731500" spcFirstLastPara="1" rIns="731500" wrap="square" tIns="0">
            <a:noAutofit/>
          </a:bodyPr>
          <a:lstStyle/>
          <a:p>
            <a:pPr indent="-457200" lvl="0" marL="457200" marR="0" rtl="0" algn="just">
              <a:lnSpc>
                <a:spcPct val="100000"/>
              </a:lnSpc>
              <a:spcBef>
                <a:spcPts val="0"/>
              </a:spcBef>
              <a:spcAft>
                <a:spcPts val="0"/>
              </a:spcAft>
              <a:buClr>
                <a:schemeClr val="dk1"/>
              </a:buClr>
              <a:buSzPts val="3200"/>
              <a:buFont typeface="Arial"/>
              <a:buChar char="•"/>
            </a:pPr>
            <a:r>
              <a:rPr lang="en-US" sz="3200">
                <a:solidFill>
                  <a:schemeClr val="dk1"/>
                </a:solidFill>
              </a:rPr>
              <a:t>The construction of this transparent layer 2 bridge successfully achieved the goal of universal network visibility, providing a crucial security upgrade over previous layer 3 and layer 4 monitoring methods. By forcing traffic across a bridged TAP tunnel, we established a robust, hardware-agnostic platform capable of performing deep packet inspection on all Ethernet frames, ensuring the IDS can detect sophisticated threats and anomalies that occur at the fundamental layers of the network stack.</a:t>
            </a:r>
            <a:endParaRPr b="0" i="0" sz="3200" u="none" cap="none" strike="noStrike">
              <a:solidFill>
                <a:schemeClr val="dk1"/>
              </a:solidFill>
              <a:latin typeface="Arial"/>
              <a:ea typeface="Arial"/>
              <a:cs typeface="Arial"/>
              <a:sym typeface="Arial"/>
            </a:endParaRPr>
          </a:p>
          <a:p>
            <a:pPr indent="-457200" lvl="0" marL="457200" marR="0" rtl="0" algn="just">
              <a:lnSpc>
                <a:spcPct val="100000"/>
              </a:lnSpc>
              <a:spcBef>
                <a:spcPts val="0"/>
              </a:spcBef>
              <a:spcAft>
                <a:spcPts val="0"/>
              </a:spcAft>
              <a:buClr>
                <a:schemeClr val="dk1"/>
              </a:buClr>
              <a:buSzPts val="3200"/>
              <a:buFont typeface="Arial"/>
              <a:buChar char="•"/>
            </a:pPr>
            <a:r>
              <a:rPr lang="en-US" sz="3200">
                <a:solidFill>
                  <a:schemeClr val="dk1"/>
                </a:solidFill>
              </a:rPr>
              <a:t>In the future, there will be Suricata added onto the client pi to take over the Discord alerts to ultimately create an IDS that is functioning on all OSI layers. </a:t>
            </a:r>
            <a:endParaRPr b="0" i="0" sz="3200" u="none" cap="none" strike="noStrike">
              <a:solidFill>
                <a:schemeClr val="dk1"/>
              </a:solidFill>
              <a:latin typeface="Arial"/>
              <a:ea typeface="Arial"/>
              <a:cs typeface="Arial"/>
              <a:sym typeface="Arial"/>
            </a:endParaRPr>
          </a:p>
        </p:txBody>
      </p:sp>
      <p:sp>
        <p:nvSpPr>
          <p:cNvPr id="115" name="Google Shape;115;p13"/>
          <p:cNvSpPr txBox="1"/>
          <p:nvPr/>
        </p:nvSpPr>
        <p:spPr>
          <a:xfrm>
            <a:off x="14415750" y="18054939"/>
            <a:ext cx="13094400" cy="444300"/>
          </a:xfrm>
          <a:prstGeom prst="rect">
            <a:avLst/>
          </a:prstGeom>
          <a:noFill/>
          <a:ln>
            <a:noFill/>
          </a:ln>
        </p:spPr>
        <p:txBody>
          <a:bodyPr anchorCtr="0" anchor="t" bIns="82475" lIns="82475" spcFirstLastPara="1" rIns="82475" wrap="square" tIns="82475">
            <a:spAutoFit/>
          </a:bodyPr>
          <a:lstStyle/>
          <a:p>
            <a:pPr indent="0" lvl="0" marL="0" marR="0" rtl="0" algn="l">
              <a:lnSpc>
                <a:spcPct val="100000"/>
              </a:lnSpc>
              <a:spcBef>
                <a:spcPts val="0"/>
              </a:spcBef>
              <a:spcAft>
                <a:spcPts val="0"/>
              </a:spcAft>
              <a:buClr>
                <a:srgbClr val="000000"/>
              </a:buClr>
              <a:buSzPts val="1804"/>
              <a:buFont typeface="Arial"/>
              <a:buNone/>
            </a:pPr>
            <a:r>
              <a:rPr b="0" i="0" lang="en-US" sz="1804" u="none" cap="none" strike="noStrike">
                <a:solidFill>
                  <a:srgbClr val="000000"/>
                </a:solidFill>
                <a:latin typeface="Libre Franklin"/>
                <a:ea typeface="Libre Franklin"/>
                <a:cs typeface="Libre Franklin"/>
                <a:sym typeface="Libre Franklin"/>
              </a:rPr>
              <a:t>Figure </a:t>
            </a:r>
            <a:r>
              <a:rPr lang="en-US" sz="1804">
                <a:latin typeface="Libre Franklin"/>
                <a:ea typeface="Libre Franklin"/>
                <a:cs typeface="Libre Franklin"/>
                <a:sym typeface="Libre Franklin"/>
              </a:rPr>
              <a:t>2</a:t>
            </a:r>
            <a:r>
              <a:rPr b="0" i="0" lang="en-US" sz="1804" u="none" cap="none" strike="noStrike">
                <a:solidFill>
                  <a:srgbClr val="000000"/>
                </a:solidFill>
                <a:latin typeface="Libre Franklin"/>
                <a:ea typeface="Libre Franklin"/>
                <a:cs typeface="Libre Franklin"/>
                <a:sym typeface="Libre Franklin"/>
              </a:rPr>
              <a:t>: </a:t>
            </a:r>
            <a:r>
              <a:rPr lang="en-US" sz="1804">
                <a:latin typeface="Libre Franklin"/>
                <a:ea typeface="Libre Franklin"/>
                <a:cs typeface="Libre Franklin"/>
                <a:sym typeface="Libre Franklin"/>
              </a:rPr>
              <a:t>Network</a:t>
            </a:r>
            <a:r>
              <a:rPr b="0" i="0" lang="en-US" sz="1804" u="none" cap="none" strike="noStrike">
                <a:solidFill>
                  <a:srgbClr val="000000"/>
                </a:solidFill>
                <a:latin typeface="Libre Franklin"/>
                <a:ea typeface="Libre Franklin"/>
                <a:cs typeface="Libre Franklin"/>
                <a:sym typeface="Libre Franklin"/>
              </a:rPr>
              <a:t> Topology Demonstrating How </a:t>
            </a:r>
            <a:r>
              <a:rPr lang="en-US" sz="1804">
                <a:latin typeface="Libre Franklin"/>
                <a:ea typeface="Libre Franklin"/>
                <a:cs typeface="Libre Franklin"/>
                <a:sym typeface="Libre Franklin"/>
              </a:rPr>
              <a:t>Interfaces Work Together to Create a Tunnel</a:t>
            </a:r>
            <a:endParaRPr b="0" i="0" sz="1804" u="none" cap="none" strike="noStrike">
              <a:solidFill>
                <a:srgbClr val="000000"/>
              </a:solidFill>
              <a:latin typeface="Libre Franklin"/>
              <a:ea typeface="Libre Franklin"/>
              <a:cs typeface="Libre Franklin"/>
              <a:sym typeface="Libre Franklin"/>
            </a:endParaRPr>
          </a:p>
        </p:txBody>
      </p:sp>
      <p:sp>
        <p:nvSpPr>
          <p:cNvPr id="116" name="Google Shape;116;p13"/>
          <p:cNvSpPr txBox="1"/>
          <p:nvPr/>
        </p:nvSpPr>
        <p:spPr>
          <a:xfrm>
            <a:off x="40936325" y="6310875"/>
            <a:ext cx="26394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lang="en-US" sz="2000">
                <a:latin typeface="Libre Franklin"/>
                <a:ea typeface="Libre Franklin"/>
                <a:cs typeface="Libre Franklin"/>
                <a:sym typeface="Libre Franklin"/>
              </a:rPr>
              <a:t>Figure 3: Successfully showing Datalink Layer Packets like ARP, LLC, XID and ICMPV6 packets</a:t>
            </a:r>
            <a:endParaRPr b="0" i="0" sz="2000" u="none" cap="none" strike="noStrike">
              <a:solidFill>
                <a:srgbClr val="000000"/>
              </a:solidFill>
              <a:latin typeface="Libre Franklin"/>
              <a:ea typeface="Libre Franklin"/>
              <a:cs typeface="Libre Franklin"/>
              <a:sym typeface="Libre Franklin"/>
            </a:endParaRPr>
          </a:p>
        </p:txBody>
      </p:sp>
      <p:sp>
        <p:nvSpPr>
          <p:cNvPr id="117" name="Google Shape;117;p13"/>
          <p:cNvSpPr txBox="1"/>
          <p:nvPr/>
        </p:nvSpPr>
        <p:spPr>
          <a:xfrm>
            <a:off x="28362300" y="13824920"/>
            <a:ext cx="15785700" cy="5520000"/>
          </a:xfrm>
          <a:prstGeom prst="rect">
            <a:avLst/>
          </a:prstGeom>
          <a:noFill/>
          <a:ln>
            <a:noFill/>
          </a:ln>
        </p:spPr>
        <p:txBody>
          <a:bodyPr anchorCtr="0" anchor="t" bIns="0" lIns="731500" spcFirstLastPara="1" rIns="731500" wrap="square" tIns="0">
            <a:noAutofit/>
          </a:bodyPr>
          <a:lstStyle/>
          <a:p>
            <a:pPr indent="457200" lvl="0" marL="0" marR="0" rtl="0" algn="l">
              <a:lnSpc>
                <a:spcPct val="107916"/>
              </a:lnSpc>
              <a:spcBef>
                <a:spcPts val="0"/>
              </a:spcBef>
              <a:spcAft>
                <a:spcPts val="0"/>
              </a:spcAft>
              <a:buClr>
                <a:srgbClr val="000000"/>
              </a:buClr>
              <a:buSzPts val="1100"/>
              <a:buFont typeface="Arial"/>
              <a:buNone/>
            </a:pPr>
            <a:r>
              <a:rPr lang="en-US" sz="3200">
                <a:solidFill>
                  <a:schemeClr val="dk1"/>
                </a:solidFill>
              </a:rPr>
              <a:t>These two images capture a MacBook (...d3:35) engaging in its initial network discovery and configuration process. The detailed packet view in the first image shows the MacBook sending an ICMPv6 message from the unspecified IPv6 source address (::) to an IPv6 multicast address (...fff4:e7dd), a pattern consistent with Neighbor Discovery Protocol (NDP) steps like a Neighbor Solicitation to begin acquiring an address. The packet list in the second image further illustrates the intense initial chatter of the MacBook, featuring a mix of ICMPv6 packets, DHCP for IPv4, and heavy use of Multicast DNS (MDNS), all essential for the device to locate services, resolve names, and fully establish its network presence.</a:t>
            </a:r>
            <a:endParaRPr i="0" sz="3200" u="none" cap="none" strike="noStrike">
              <a:solidFill>
                <a:schemeClr val="dk1"/>
              </a:solidFill>
            </a:endParaRPr>
          </a:p>
        </p:txBody>
      </p:sp>
      <p:sp>
        <p:nvSpPr>
          <p:cNvPr id="118" name="Google Shape;118;p13"/>
          <p:cNvSpPr txBox="1"/>
          <p:nvPr/>
        </p:nvSpPr>
        <p:spPr>
          <a:xfrm>
            <a:off x="315775" y="14499800"/>
            <a:ext cx="12837000" cy="60954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US" sz="3200">
                <a:solidFill>
                  <a:schemeClr val="dk1"/>
                </a:solidFill>
              </a:rPr>
              <a:t>An Intrusion Detection System (IDS) is a crucial component of network security, designed primarily to passively monitor network traffic or system logs to identify malicious activity, security breaches, or policy violations. It functions by continuously analyzing data against established benchmarks, which typically include predefined signatures of known attacks (signature-based detection) or recognizing deviations from normal operational behavior (anomaly-based detection). When suspicious activity is flagged, whether it's an attempted network scan, a malware command-and-control communication, or a user logging in during odd hours, the IDS generates an immediate alert for security staff to investigate and address the potential threat.</a:t>
            </a:r>
            <a:endParaRPr sz="3200"/>
          </a:p>
        </p:txBody>
      </p:sp>
      <p:sp>
        <p:nvSpPr>
          <p:cNvPr id="119" name="Google Shape;119;p13"/>
          <p:cNvSpPr txBox="1"/>
          <p:nvPr/>
        </p:nvSpPr>
        <p:spPr>
          <a:xfrm>
            <a:off x="224300" y="24806175"/>
            <a:ext cx="12846300" cy="80655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US" sz="3200">
                <a:solidFill>
                  <a:schemeClr val="dk1"/>
                </a:solidFill>
              </a:rPr>
              <a:t>The previous intrusion detection setup was a practical, automation-focused system designed to streamline security monitoring using Suricata as the core IDS sensor. This system was configured to process network flow information, primarily focusing on Layer 3 (IP addresses) and Layer 4 (TCP/UDP ports) data. When Suricata identified a signature match or anomaly, for example, unusual port scanning, known malware command-and-control traffic, or policy violations, a script would immediately parse the alert output. This script then used a webhook integration to dispatch a notification directly to a designated Discord channel. While this system provided efficient, near-real-time alerting for traffic traversing the routing layer and significantly improved our incident response time for network- and transport-layer attacks, it inherently lacked visibility into the Data Link Layer (Layer 2). This meant the IDS remained blind to low-level attacks such as ARP spoofing or MAC flooding that operate at the Ethernet framing level.</a:t>
            </a:r>
            <a:endParaRPr sz="3200"/>
          </a:p>
        </p:txBody>
      </p:sp>
      <p:pic>
        <p:nvPicPr>
          <p:cNvPr id="120" name="Google Shape;120;p13"/>
          <p:cNvPicPr preferRelativeResize="0"/>
          <p:nvPr/>
        </p:nvPicPr>
        <p:blipFill>
          <a:blip r:embed="rId7">
            <a:alphaModFix/>
          </a:blip>
          <a:stretch>
            <a:fillRect/>
          </a:stretch>
        </p:blipFill>
        <p:spPr>
          <a:xfrm>
            <a:off x="13731687" y="7232095"/>
            <a:ext cx="14873351" cy="10954604"/>
          </a:xfrm>
          <a:prstGeom prst="rect">
            <a:avLst/>
          </a:prstGeom>
          <a:noFill/>
          <a:ln>
            <a:noFill/>
          </a:ln>
        </p:spPr>
      </p:pic>
      <p:pic>
        <p:nvPicPr>
          <p:cNvPr id="121" name="Google Shape;121;p13"/>
          <p:cNvPicPr preferRelativeResize="0"/>
          <p:nvPr/>
        </p:nvPicPr>
        <p:blipFill>
          <a:blip r:embed="rId8">
            <a:alphaModFix/>
          </a:blip>
          <a:stretch>
            <a:fillRect/>
          </a:stretch>
        </p:blipFill>
        <p:spPr>
          <a:xfrm>
            <a:off x="590725" y="21581300"/>
            <a:ext cx="12484650" cy="2732275"/>
          </a:xfrm>
          <a:prstGeom prst="rect">
            <a:avLst/>
          </a:prstGeom>
          <a:noFill/>
          <a:ln>
            <a:noFill/>
          </a:ln>
        </p:spPr>
      </p:pic>
      <p:sp>
        <p:nvSpPr>
          <p:cNvPr id="122" name="Google Shape;122;p13"/>
          <p:cNvSpPr txBox="1"/>
          <p:nvPr/>
        </p:nvSpPr>
        <p:spPr>
          <a:xfrm>
            <a:off x="590725" y="24313575"/>
            <a:ext cx="11703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Libre Franklin"/>
                <a:ea typeface="Libre Franklin"/>
                <a:cs typeface="Libre Franklin"/>
                <a:sym typeface="Libre Franklin"/>
              </a:rPr>
              <a:t>Figure 1: Showcasing </a:t>
            </a:r>
            <a:r>
              <a:rPr lang="en-US" sz="2000">
                <a:solidFill>
                  <a:schemeClr val="dk1"/>
                </a:solidFill>
                <a:latin typeface="Libre Franklin"/>
                <a:ea typeface="Libre Franklin"/>
                <a:cs typeface="Libre Franklin"/>
                <a:sym typeface="Libre Franklin"/>
              </a:rPr>
              <a:t>Initial</a:t>
            </a:r>
            <a:r>
              <a:rPr lang="en-US" sz="2000">
                <a:solidFill>
                  <a:schemeClr val="dk1"/>
                </a:solidFill>
                <a:latin typeface="Libre Franklin"/>
                <a:ea typeface="Libre Franklin"/>
                <a:cs typeface="Libre Franklin"/>
                <a:sym typeface="Libre Franklin"/>
              </a:rPr>
              <a:t> IDS Alerts </a:t>
            </a:r>
            <a:r>
              <a:rPr lang="en-US" sz="2000">
                <a:solidFill>
                  <a:schemeClr val="dk1"/>
                </a:solidFill>
                <a:latin typeface="Libre Franklin"/>
                <a:ea typeface="Libre Franklin"/>
                <a:cs typeface="Libre Franklin"/>
                <a:sym typeface="Libre Franklin"/>
              </a:rPr>
              <a:t>occurring</a:t>
            </a:r>
            <a:r>
              <a:rPr lang="en-US" sz="2000">
                <a:solidFill>
                  <a:schemeClr val="dk1"/>
                </a:solidFill>
                <a:latin typeface="Libre Franklin"/>
                <a:ea typeface="Libre Franklin"/>
                <a:cs typeface="Libre Franklin"/>
                <a:sym typeface="Libre Franklin"/>
              </a:rPr>
              <a:t> burt only capturing Netwrok and Transport Packets to alert from</a:t>
            </a:r>
            <a:endParaRPr sz="2000">
              <a:solidFill>
                <a:schemeClr val="dk1"/>
              </a:solidFill>
              <a:latin typeface="Libre Franklin"/>
              <a:ea typeface="Libre Franklin"/>
              <a:cs typeface="Libre Franklin"/>
              <a:sym typeface="Libre Franklin"/>
            </a:endParaRPr>
          </a:p>
        </p:txBody>
      </p:sp>
      <p:sp>
        <p:nvSpPr>
          <p:cNvPr id="123" name="Google Shape;123;p13"/>
          <p:cNvSpPr/>
          <p:nvPr/>
        </p:nvSpPr>
        <p:spPr>
          <a:xfrm>
            <a:off x="14067300" y="5004353"/>
            <a:ext cx="14459400" cy="9417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000"/>
              <a:buFont typeface="Arial"/>
              <a:buNone/>
            </a:pPr>
            <a:r>
              <a:rPr lang="en-US" sz="6000">
                <a:solidFill>
                  <a:schemeClr val="lt1"/>
                </a:solidFill>
                <a:latin typeface="Libre Franklin Medium"/>
                <a:ea typeface="Libre Franklin Medium"/>
                <a:cs typeface="Libre Franklin Medium"/>
                <a:sym typeface="Libre Franklin Medium"/>
              </a:rPr>
              <a:t>PI </a:t>
            </a:r>
            <a:r>
              <a:rPr b="0" i="0" lang="en-US" sz="6000" u="none" cap="none" strike="noStrike">
                <a:solidFill>
                  <a:schemeClr val="lt1"/>
                </a:solidFill>
                <a:latin typeface="Libre Franklin Medium"/>
                <a:ea typeface="Libre Franklin Medium"/>
                <a:cs typeface="Libre Franklin Medium"/>
                <a:sym typeface="Libre Franklin Medium"/>
              </a:rPr>
              <a:t>Network</a:t>
            </a:r>
            <a:r>
              <a:rPr lang="en-US" sz="6000">
                <a:solidFill>
                  <a:schemeClr val="lt1"/>
                </a:solidFill>
                <a:latin typeface="Libre Franklin Medium"/>
                <a:ea typeface="Libre Franklin Medium"/>
                <a:cs typeface="Libre Franklin Medium"/>
                <a:sym typeface="Libre Franklin Medium"/>
              </a:rPr>
              <a:t> Tap </a:t>
            </a:r>
            <a:r>
              <a:rPr b="0" i="0" lang="en-US" sz="6000" u="none" cap="none" strike="noStrike">
                <a:solidFill>
                  <a:schemeClr val="lt1"/>
                </a:solidFill>
                <a:latin typeface="Libre Franklin Medium"/>
                <a:ea typeface="Libre Franklin Medium"/>
                <a:cs typeface="Libre Franklin Medium"/>
                <a:sym typeface="Libre Franklin Medium"/>
              </a:rPr>
              <a:t>Topology</a:t>
            </a:r>
            <a:endParaRPr b="0" i="0" sz="1400" u="none" cap="none" strike="noStrike">
              <a:solidFill>
                <a:srgbClr val="000000"/>
              </a:solidFill>
              <a:latin typeface="Arial"/>
              <a:ea typeface="Arial"/>
              <a:cs typeface="Arial"/>
              <a:sym typeface="Arial"/>
            </a:endParaRPr>
          </a:p>
        </p:txBody>
      </p:sp>
      <p:pic>
        <p:nvPicPr>
          <p:cNvPr id="124" name="Google Shape;124;p13"/>
          <p:cNvPicPr preferRelativeResize="0"/>
          <p:nvPr/>
        </p:nvPicPr>
        <p:blipFill rotWithShape="1">
          <a:blip r:embed="rId9">
            <a:alphaModFix/>
          </a:blip>
          <a:srcRect b="0" l="10547" r="5278" t="0"/>
          <a:stretch/>
        </p:blipFill>
        <p:spPr>
          <a:xfrm>
            <a:off x="28954425" y="6046261"/>
            <a:ext cx="11800591" cy="4729800"/>
          </a:xfrm>
          <a:prstGeom prst="rect">
            <a:avLst/>
          </a:prstGeom>
          <a:noFill/>
          <a:ln>
            <a:noFill/>
          </a:ln>
        </p:spPr>
      </p:pic>
      <p:sp>
        <p:nvSpPr>
          <p:cNvPr id="125" name="Google Shape;125;p13"/>
          <p:cNvSpPr txBox="1"/>
          <p:nvPr/>
        </p:nvSpPr>
        <p:spPr>
          <a:xfrm>
            <a:off x="29563925" y="12155288"/>
            <a:ext cx="4358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lang="en-US" sz="2000">
                <a:latin typeface="Libre Franklin"/>
                <a:ea typeface="Libre Franklin"/>
                <a:cs typeface="Libre Franklin"/>
                <a:sym typeface="Libre Franklin"/>
              </a:rPr>
              <a:t>Figure 4: Showcasing Macbook is now a bridge connected to router with ethernet and connected  to AP </a:t>
            </a:r>
            <a:endParaRPr b="0" i="0" sz="2000" u="none" cap="none" strike="noStrike">
              <a:solidFill>
                <a:srgbClr val="000000"/>
              </a:solidFill>
              <a:latin typeface="Libre Franklin"/>
              <a:ea typeface="Libre Franklin"/>
              <a:cs typeface="Libre Franklin"/>
              <a:sym typeface="Libre Franklin"/>
            </a:endParaRPr>
          </a:p>
        </p:txBody>
      </p:sp>
      <p:pic>
        <p:nvPicPr>
          <p:cNvPr id="126" name="Google Shape;126;p13"/>
          <p:cNvPicPr preferRelativeResize="0"/>
          <p:nvPr/>
        </p:nvPicPr>
        <p:blipFill rotWithShape="1">
          <a:blip r:embed="rId10">
            <a:alphaModFix/>
          </a:blip>
          <a:srcRect b="0" l="0" r="4443" t="0"/>
          <a:stretch/>
        </p:blipFill>
        <p:spPr>
          <a:xfrm>
            <a:off x="34106675" y="10911650"/>
            <a:ext cx="9797099" cy="2532900"/>
          </a:xfrm>
          <a:prstGeom prst="rect">
            <a:avLst/>
          </a:prstGeom>
          <a:noFill/>
          <a:ln>
            <a:noFill/>
          </a:ln>
        </p:spPr>
      </p:pic>
      <p:sp>
        <p:nvSpPr>
          <p:cNvPr id="127" name="Google Shape;127;p13"/>
          <p:cNvSpPr txBox="1"/>
          <p:nvPr/>
        </p:nvSpPr>
        <p:spPr>
          <a:xfrm>
            <a:off x="29291300" y="20288688"/>
            <a:ext cx="14173200" cy="7850700"/>
          </a:xfrm>
          <a:prstGeom prst="rect">
            <a:avLst/>
          </a:prstGeom>
          <a:noFill/>
          <a:ln>
            <a:noFill/>
          </a:ln>
        </p:spPr>
        <p:txBody>
          <a:bodyPr anchorCtr="0" anchor="t" bIns="0" lIns="731500" spcFirstLastPara="1" rIns="731500" wrap="square" tIns="0">
            <a:noAutofit/>
          </a:bodyPr>
          <a:lstStyle/>
          <a:p>
            <a:pPr indent="457200" lvl="0" marL="0" marR="0" rtl="0" algn="l">
              <a:lnSpc>
                <a:spcPct val="107916"/>
              </a:lnSpc>
              <a:spcBef>
                <a:spcPts val="0"/>
              </a:spcBef>
              <a:spcAft>
                <a:spcPts val="0"/>
              </a:spcAft>
              <a:buClr>
                <a:srgbClr val="000000"/>
              </a:buClr>
              <a:buSzPts val="1100"/>
              <a:buFont typeface="Arial"/>
              <a:buNone/>
            </a:pPr>
            <a:r>
              <a:t/>
            </a:r>
            <a:endParaRPr sz="1100">
              <a:solidFill>
                <a:schemeClr val="dk1"/>
              </a:solidFill>
            </a:endParaRPr>
          </a:p>
          <a:p>
            <a:pPr indent="457200" lvl="0" marL="0" marR="0" rtl="0" algn="l">
              <a:lnSpc>
                <a:spcPct val="107916"/>
              </a:lnSpc>
              <a:spcBef>
                <a:spcPts val="0"/>
              </a:spcBef>
              <a:spcAft>
                <a:spcPts val="0"/>
              </a:spcAft>
              <a:buClr>
                <a:srgbClr val="000000"/>
              </a:buClr>
              <a:buSzPts val="1100"/>
              <a:buFont typeface="Arial"/>
              <a:buNone/>
            </a:pPr>
            <a:r>
              <a:t/>
            </a:r>
            <a:endParaRPr sz="3200">
              <a:solidFill>
                <a:schemeClr val="dk1"/>
              </a:solidFill>
            </a:endParaRPr>
          </a:p>
          <a:p>
            <a:pPr indent="457200" lvl="0" marL="0" marR="0" rtl="0" algn="l">
              <a:lnSpc>
                <a:spcPct val="107916"/>
              </a:lnSpc>
              <a:spcBef>
                <a:spcPts val="0"/>
              </a:spcBef>
              <a:spcAft>
                <a:spcPts val="0"/>
              </a:spcAft>
              <a:buClr>
                <a:srgbClr val="000000"/>
              </a:buClr>
              <a:buSzPts val="1100"/>
              <a:buFont typeface="Arial"/>
              <a:buNone/>
            </a:pPr>
            <a:r>
              <a:rPr lang="en-US" sz="3200">
                <a:solidFill>
                  <a:schemeClr val="dk1"/>
                </a:solidFill>
              </a:rPr>
              <a:t>The Pi 4's core logical function is to receive the tunnel traffic and complete the transparent bridge to the router, making the traffic available for passive inspection. The primary logical step here is the creation of a second Linux Bridge (br0) on the client, which serves as the IDS tap point. The OpenVPN client is configured to exit the tunnel onto its virtual tap0 interface, which is immediately bound to br0 via the client startup script. Crucially, the physical Ethernet interface connected to the router (eth0) is also bound directly to the same br0 bridge. This configuration forces all incoming raw Ethernet frames from the tunnel (tap0) to pass through the br0 virtual switch before being forwarded out to the router (eth0), allowing the Suricata IDS to listen passively on the br0 interface and inspect every single Layer 2 frame without interrupting the network flow.</a:t>
            </a:r>
            <a:endParaRPr sz="3200">
              <a:solidFill>
                <a:schemeClr val="dk1"/>
              </a:solidFill>
            </a:endParaRPr>
          </a:p>
        </p:txBody>
      </p:sp>
      <p:sp>
        <p:nvSpPr>
          <p:cNvPr id="128" name="Google Shape;128;p13"/>
          <p:cNvSpPr txBox="1"/>
          <p:nvPr/>
        </p:nvSpPr>
        <p:spPr>
          <a:xfrm>
            <a:off x="14081750" y="20209488"/>
            <a:ext cx="14173200" cy="8487000"/>
          </a:xfrm>
          <a:prstGeom prst="rect">
            <a:avLst/>
          </a:prstGeom>
          <a:noFill/>
          <a:ln>
            <a:noFill/>
          </a:ln>
        </p:spPr>
        <p:txBody>
          <a:bodyPr anchorCtr="0" anchor="t" bIns="0" lIns="731500" spcFirstLastPara="1" rIns="731500" wrap="square" tIns="0">
            <a:noAutofit/>
          </a:bodyPr>
          <a:lstStyle/>
          <a:p>
            <a:pPr indent="457200" lvl="0" marL="0" marR="0" rtl="0" algn="l">
              <a:lnSpc>
                <a:spcPct val="107916"/>
              </a:lnSpc>
              <a:spcBef>
                <a:spcPts val="0"/>
              </a:spcBef>
              <a:spcAft>
                <a:spcPts val="0"/>
              </a:spcAft>
              <a:buClr>
                <a:srgbClr val="000000"/>
              </a:buClr>
              <a:buSzPts val="1100"/>
              <a:buFont typeface="Arial"/>
              <a:buNone/>
            </a:pPr>
            <a:r>
              <a:t/>
            </a:r>
            <a:endParaRPr sz="1100">
              <a:solidFill>
                <a:schemeClr val="dk1"/>
              </a:solidFill>
            </a:endParaRPr>
          </a:p>
          <a:p>
            <a:pPr indent="457200" lvl="0" marL="0" marR="0" rtl="0" algn="l">
              <a:lnSpc>
                <a:spcPct val="107916"/>
              </a:lnSpc>
              <a:spcBef>
                <a:spcPts val="0"/>
              </a:spcBef>
              <a:spcAft>
                <a:spcPts val="0"/>
              </a:spcAft>
              <a:buClr>
                <a:srgbClr val="000000"/>
              </a:buClr>
              <a:buSzPts val="1100"/>
              <a:buFont typeface="Arial"/>
              <a:buNone/>
            </a:pPr>
            <a:r>
              <a:t/>
            </a:r>
            <a:endParaRPr sz="1100">
              <a:solidFill>
                <a:schemeClr val="dk1"/>
              </a:solidFill>
            </a:endParaRPr>
          </a:p>
          <a:p>
            <a:pPr indent="457200" lvl="0" marL="0" marR="0" rtl="0" algn="l">
              <a:lnSpc>
                <a:spcPct val="107916"/>
              </a:lnSpc>
              <a:spcBef>
                <a:spcPts val="0"/>
              </a:spcBef>
              <a:spcAft>
                <a:spcPts val="0"/>
              </a:spcAft>
              <a:buClr>
                <a:srgbClr val="000000"/>
              </a:buClr>
              <a:buSzPts val="1100"/>
              <a:buFont typeface="Arial"/>
              <a:buNone/>
            </a:pPr>
            <a:r>
              <a:t/>
            </a:r>
            <a:endParaRPr sz="1100">
              <a:solidFill>
                <a:schemeClr val="dk1"/>
              </a:solidFill>
            </a:endParaRPr>
          </a:p>
          <a:p>
            <a:pPr indent="457200" lvl="0" marL="0" marR="0" rtl="0" algn="l">
              <a:lnSpc>
                <a:spcPct val="107916"/>
              </a:lnSpc>
              <a:spcBef>
                <a:spcPts val="0"/>
              </a:spcBef>
              <a:spcAft>
                <a:spcPts val="0"/>
              </a:spcAft>
              <a:buClr>
                <a:srgbClr val="000000"/>
              </a:buClr>
              <a:buSzPts val="1100"/>
              <a:buFont typeface="Arial"/>
              <a:buNone/>
            </a:pPr>
            <a:r>
              <a:rPr lang="en-US" sz="3200">
                <a:solidFill>
                  <a:schemeClr val="dk1"/>
                </a:solidFill>
              </a:rPr>
              <a:t>The Pi 5's main logical challenge is to create a secure, transparent entry point for client traffic and funnel it into the VPN tunnel. This is achieved by first establishing a Linux Bridge (br0) that acts as a virtual switch. Since the Wi-Fi driver typically prohibits manually adding the Access Point interface (wlan1) to a bridge, the HostAPD configuration is instructed to add it automatically (bridge=br0). To ensure the bridge is stable before HostAPD starts, a virtual tap0 interface (the OpenVPN server endpoint) and a dummy0 interface are created and bound to br0 first, serving as essential anchor ports. Once established, any client traffic entering the AP (wlan1) is passed transparently through the bridge and immediately duplicated to the tap0 interface, where it is encapsulated into the OpenVPN L2 tunnel for encrypted transit to the IDS client.</a:t>
            </a:r>
            <a:endParaRPr sz="3200">
              <a:solidFill>
                <a:schemeClr val="dk1"/>
              </a:solidFill>
            </a:endParaRPr>
          </a:p>
        </p:txBody>
      </p:sp>
      <p:sp>
        <p:nvSpPr>
          <p:cNvPr id="129" name="Google Shape;129;p13"/>
          <p:cNvSpPr/>
          <p:nvPr/>
        </p:nvSpPr>
        <p:spPr>
          <a:xfrm>
            <a:off x="28773088" y="19725275"/>
            <a:ext cx="14713200" cy="731400"/>
          </a:xfrm>
          <a:prstGeom prst="rect">
            <a:avLst/>
          </a:prstGeom>
          <a:gradFill>
            <a:gsLst>
              <a:gs pos="0">
                <a:srgbClr val="540000"/>
              </a:gs>
              <a:gs pos="15000">
                <a:srgbClr val="CC4848"/>
              </a:gs>
              <a:gs pos="40000">
                <a:srgbClr val="FF2929"/>
              </a:gs>
              <a:gs pos="65000">
                <a:srgbClr val="E50000"/>
              </a:gs>
              <a:gs pos="89000">
                <a:srgbClr val="C00000"/>
              </a:gs>
              <a:gs pos="100000">
                <a:srgbClr val="540000"/>
              </a:gs>
            </a:gsLst>
            <a:lin ang="5400012" scaled="0"/>
          </a:gradFill>
          <a:ln>
            <a:noFill/>
          </a:ln>
          <a:effectLst>
            <a:outerShdw blurRad="76200" rotWithShape="0" dir="5400000" dist="50800">
              <a:srgbClr val="4E3B3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lang="en-US" sz="5400">
                <a:solidFill>
                  <a:schemeClr val="lt1"/>
                </a:solidFill>
                <a:latin typeface="Libre Franklin Medium"/>
                <a:ea typeface="Libre Franklin Medium"/>
                <a:cs typeface="Libre Franklin Medium"/>
                <a:sym typeface="Libre Franklin Medium"/>
              </a:rPr>
              <a:t>Core Client Logic to Acheive TAP</a:t>
            </a:r>
            <a:endParaRPr b="0" i="0" sz="1400" u="none" cap="none" strike="noStrike">
              <a:solidFill>
                <a:srgbClr val="000000"/>
              </a:solidFill>
              <a:latin typeface="Arial"/>
              <a:ea typeface="Arial"/>
              <a:cs typeface="Arial"/>
              <a:sym typeface="Arial"/>
            </a:endParaRPr>
          </a:p>
        </p:txBody>
      </p:sp>
      <p:sp>
        <p:nvSpPr>
          <p:cNvPr id="130" name="Google Shape;130;p13"/>
          <p:cNvSpPr/>
          <p:nvPr/>
        </p:nvSpPr>
        <p:spPr>
          <a:xfrm>
            <a:off x="30285600" y="8050875"/>
            <a:ext cx="1127400" cy="492600"/>
          </a:xfrm>
          <a:prstGeom prst="rect">
            <a:avLst/>
          </a:prstGeom>
          <a:solidFill>
            <a:srgbClr val="FFD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1" name="Google Shape;131;p13"/>
          <p:cNvSpPr/>
          <p:nvPr/>
        </p:nvSpPr>
        <p:spPr>
          <a:xfrm>
            <a:off x="30285600" y="6456763"/>
            <a:ext cx="1127400" cy="177000"/>
          </a:xfrm>
          <a:prstGeom prst="rect">
            <a:avLst/>
          </a:prstGeom>
          <a:solidFill>
            <a:srgbClr val="FFD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2" name="Google Shape;132;p13"/>
          <p:cNvSpPr/>
          <p:nvPr/>
        </p:nvSpPr>
        <p:spPr>
          <a:xfrm>
            <a:off x="30285600" y="6911300"/>
            <a:ext cx="1127400" cy="177000"/>
          </a:xfrm>
          <a:prstGeom prst="rect">
            <a:avLst/>
          </a:prstGeom>
          <a:solidFill>
            <a:srgbClr val="FFD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3" name="Google Shape;133;p13"/>
          <p:cNvSpPr/>
          <p:nvPr/>
        </p:nvSpPr>
        <p:spPr>
          <a:xfrm>
            <a:off x="30285600" y="7763500"/>
            <a:ext cx="1127400" cy="177000"/>
          </a:xfrm>
          <a:prstGeom prst="rect">
            <a:avLst/>
          </a:prstGeom>
          <a:solidFill>
            <a:srgbClr val="D5E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4" name="Google Shape;134;p13"/>
          <p:cNvSpPr/>
          <p:nvPr/>
        </p:nvSpPr>
        <p:spPr>
          <a:xfrm>
            <a:off x="30285600" y="9414863"/>
            <a:ext cx="1127400" cy="299700"/>
          </a:xfrm>
          <a:prstGeom prst="rect">
            <a:avLst/>
          </a:prstGeom>
          <a:solidFill>
            <a:srgbClr val="D5E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5" name="Google Shape;135;p13"/>
          <p:cNvSpPr/>
          <p:nvPr/>
        </p:nvSpPr>
        <p:spPr>
          <a:xfrm>
            <a:off x="30285600" y="9070225"/>
            <a:ext cx="1127400" cy="177000"/>
          </a:xfrm>
          <a:prstGeom prst="rect">
            <a:avLst/>
          </a:prstGeom>
          <a:solidFill>
            <a:srgbClr val="D5E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6" name="Google Shape;136;p13"/>
          <p:cNvSpPr/>
          <p:nvPr/>
        </p:nvSpPr>
        <p:spPr>
          <a:xfrm>
            <a:off x="30285600" y="9882188"/>
            <a:ext cx="1127400" cy="126000"/>
          </a:xfrm>
          <a:prstGeom prst="rect">
            <a:avLst/>
          </a:prstGeom>
          <a:solidFill>
            <a:srgbClr val="FFD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7" name="Google Shape;137;p13"/>
          <p:cNvSpPr/>
          <p:nvPr/>
        </p:nvSpPr>
        <p:spPr>
          <a:xfrm>
            <a:off x="30285600" y="10393600"/>
            <a:ext cx="1127400" cy="126000"/>
          </a:xfrm>
          <a:prstGeom prst="rect">
            <a:avLst/>
          </a:prstGeom>
          <a:solidFill>
            <a:srgbClr val="D5E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8" name="Google Shape;138;p13"/>
          <p:cNvSpPr/>
          <p:nvPr/>
        </p:nvSpPr>
        <p:spPr>
          <a:xfrm>
            <a:off x="36502900" y="6590750"/>
            <a:ext cx="1127400" cy="126000"/>
          </a:xfrm>
          <a:prstGeom prst="rect">
            <a:avLst/>
          </a:prstGeom>
          <a:solidFill>
            <a:srgbClr val="FFD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9" name="Google Shape;139;p13"/>
          <p:cNvSpPr/>
          <p:nvPr/>
        </p:nvSpPr>
        <p:spPr>
          <a:xfrm>
            <a:off x="36502900" y="8523100"/>
            <a:ext cx="1986000" cy="444300"/>
          </a:xfrm>
          <a:prstGeom prst="rect">
            <a:avLst/>
          </a:prstGeom>
          <a:solidFill>
            <a:srgbClr val="FFD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40" name="Google Shape;140;p13"/>
          <p:cNvSpPr/>
          <p:nvPr/>
        </p:nvSpPr>
        <p:spPr>
          <a:xfrm>
            <a:off x="36266500" y="9675625"/>
            <a:ext cx="1127400" cy="299700"/>
          </a:xfrm>
          <a:prstGeom prst="rect">
            <a:avLst/>
          </a:prstGeom>
          <a:solidFill>
            <a:srgbClr val="FFD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41" name="Google Shape;141;p13"/>
          <p:cNvSpPr/>
          <p:nvPr/>
        </p:nvSpPr>
        <p:spPr>
          <a:xfrm>
            <a:off x="38680050" y="9247215"/>
            <a:ext cx="1986000" cy="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42" name="Google Shape;142;p13"/>
          <p:cNvSpPr/>
          <p:nvPr/>
        </p:nvSpPr>
        <p:spPr>
          <a:xfrm>
            <a:off x="37088675" y="11625600"/>
            <a:ext cx="1127400" cy="177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43" name="Google Shape;143;p13"/>
          <p:cNvSpPr/>
          <p:nvPr/>
        </p:nvSpPr>
        <p:spPr>
          <a:xfrm>
            <a:off x="41353225" y="11625600"/>
            <a:ext cx="1127400" cy="177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44" name="Google Shape;144;p13"/>
          <p:cNvSpPr/>
          <p:nvPr/>
        </p:nvSpPr>
        <p:spPr>
          <a:xfrm>
            <a:off x="37552650" y="11795050"/>
            <a:ext cx="1127400" cy="2358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45" name="Google Shape;145;p13"/>
          <p:cNvSpPr/>
          <p:nvPr/>
        </p:nvSpPr>
        <p:spPr>
          <a:xfrm>
            <a:off x="36502900" y="12399538"/>
            <a:ext cx="1127400" cy="2358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name="Trek">
  <a:themeElements>
    <a:clrScheme name="Trek">
      <a:dk1>
        <a:srgbClr val="000000"/>
      </a:dk1>
      <a:lt1>
        <a:srgbClr val="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